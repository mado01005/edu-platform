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4630400" cy="8229600"/>
  <p:notesSz cx="8229600" cy="14630400"/>
  <p:embeddedFontLst>
    <p:embeddedFont>
      <p:font typeface="Calibri" panose="020F0502020204030204" pitchFamily="34" charset="0"/>
      <p:regular r:id="rId18"/>
      <p:bold r:id="rId19"/>
      <p:italic r:id="rId20"/>
      <p:boldItalic r:id="rId21"/>
    </p:embeddedFont>
    <p:embeddedFont>
      <p:font typeface="Open Sans" panose="020B0606030504020204" pitchFamily="34" charset="0"/>
      <p:regular r:id="rId22"/>
      <p:bold r:id="rId23"/>
      <p:italic r:id="rId24"/>
      <p:boldItalic r:id="rId25"/>
    </p:embeddedFont>
    <p:embeddedFont>
      <p:font typeface="Tahoma" panose="020B0604030504040204" pitchFamily="34" charset="0"/>
      <p:regular r:id="rId26"/>
      <p:bold r:id="rId27"/>
    </p:embeddedFont>
    <p:embeddedFont>
      <p:font typeface="Unbounded" panose="020B0604020202020204" charset="0"/>
      <p:bold r:id="rId2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9" roundtripDataSignature="AMtx7mhaRkprZUTglN0hrsf71eTKkqPC1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48" d="100"/>
          <a:sy n="48" d="100"/>
        </p:scale>
        <p:origin x="972"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font" Target="fonts/font9.fntdata"/><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font" Target="fonts/font8.fntdata"/><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font" Target="fonts/font11.fntdata"/><Relationship Id="rId10" Type="http://schemas.openxmlformats.org/officeDocument/2006/relationships/slide" Target="slides/slide9.xml"/><Relationship Id="rId19" Type="http://schemas.openxmlformats.org/officeDocument/2006/relationships/font" Target="fonts/font2.fntdata"/><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font" Target="fonts/font10.fntdata"/><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371850" y="1097275"/>
            <a:ext cx="5486650" cy="54864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822950" y="6949425"/>
            <a:ext cx="6583675" cy="6583675"/>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
        <p:cNvGrpSpPr/>
        <p:nvPr/>
      </p:nvGrpSpPr>
      <p:grpSpPr>
        <a:xfrm>
          <a:off x="0" y="0"/>
          <a:ext cx="0" cy="0"/>
          <a:chOff x="0" y="0"/>
          <a:chExt cx="0" cy="0"/>
        </a:xfrm>
      </p:grpSpPr>
      <p:sp>
        <p:nvSpPr>
          <p:cNvPr id="40" name="Google Shape;40;p1: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1" name="Google Shape;41;p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42" name="Google Shape;42;p1: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b="0" i="0" u="none" strike="noStrike" cap="none">
                <a:solidFill>
                  <a:schemeClr val="dk1"/>
                </a:solidFill>
                <a:latin typeface="Arial"/>
                <a:ea typeface="Arial"/>
                <a:cs typeface="Arial"/>
                <a:sym typeface="Arial"/>
              </a:rPr>
              <a:t>1</a:t>
            </a:fld>
            <a:endParaRPr sz="1800">
              <a:solidFill>
                <a:schemeClr val="dk1"/>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
        <p:cNvGrpSpPr/>
        <p:nvPr/>
      </p:nvGrpSpPr>
      <p:grpSpPr>
        <a:xfrm>
          <a:off x="0" y="0"/>
          <a:ext cx="0" cy="0"/>
          <a:chOff x="0" y="0"/>
          <a:chExt cx="0" cy="0"/>
        </a:xfrm>
      </p:grpSpPr>
      <p:sp>
        <p:nvSpPr>
          <p:cNvPr id="48" name="Google Shape;48;p2: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9" name="Google Shape;49;p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50" name="Google Shape;50;p2: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2</a:t>
            </a:fld>
            <a:endParaRPr sz="1800">
              <a:solidFill>
                <a:schemeClr val="dk1"/>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p3: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9" name="Google Shape;69;p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70" name="Google Shape;70;p3: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3</a:t>
            </a:fld>
            <a:endParaRPr sz="1800">
              <a:solidFill>
                <a:schemeClr val="dk1"/>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4: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4" name="Google Shape;94;p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95" name="Google Shape;95;p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4</a:t>
            </a:fld>
            <a:endParaRPr sz="1800">
              <a:solidFill>
                <a:schemeClr val="dk1"/>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5:notes"/>
          <p:cNvSpPr txBox="1">
            <a:spLocks noGrp="1"/>
          </p:cNvSpPr>
          <p:nvPr>
            <p:ph type="body" idx="1"/>
          </p:nvPr>
        </p:nvSpPr>
        <p:spPr>
          <a:xfrm>
            <a:off x="822950" y="6949425"/>
            <a:ext cx="6583675" cy="65836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0" name="Google Shape;110;p5:notes"/>
          <p:cNvSpPr>
            <a:spLocks noGrp="1" noRot="1" noChangeAspect="1"/>
          </p:cNvSpPr>
          <p:nvPr>
            <p:ph type="sldImg" idx="2"/>
          </p:nvPr>
        </p:nvSpPr>
        <p:spPr>
          <a:xfrm>
            <a:off x="-762000" y="1096963"/>
            <a:ext cx="9753600" cy="54864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6: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16" name="Google Shape;116;p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117" name="Google Shape;117;p6: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6</a:t>
            </a:fld>
            <a:endParaRPr sz="1800">
              <a:solidFill>
                <a:schemeClr val="dk1"/>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7:notes"/>
          <p:cNvSpPr txBox="1">
            <a:spLocks noGrp="1"/>
          </p:cNvSpPr>
          <p:nvPr>
            <p:ph type="body" idx="1"/>
          </p:nvPr>
        </p:nvSpPr>
        <p:spPr>
          <a:xfrm>
            <a:off x="822950" y="6949425"/>
            <a:ext cx="6583675" cy="65836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8" name="Google Shape;128;p7:notes"/>
          <p:cNvSpPr>
            <a:spLocks noGrp="1" noRot="1" noChangeAspect="1"/>
          </p:cNvSpPr>
          <p:nvPr>
            <p:ph type="sldImg" idx="2"/>
          </p:nvPr>
        </p:nvSpPr>
        <p:spPr>
          <a:xfrm>
            <a:off x="-762000" y="1096963"/>
            <a:ext cx="9753600" cy="54864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8: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7" name="Google Shape;147;p8: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148" name="Google Shape;148;p8: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8</a:t>
            </a:fld>
            <a:endParaRPr sz="1800">
              <a:solidFill>
                <a:schemeClr val="dk1"/>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9:notes"/>
          <p:cNvSpPr txBox="1">
            <a:spLocks noGrp="1"/>
          </p:cNvSpPr>
          <p:nvPr>
            <p:ph type="body" idx="1"/>
          </p:nvPr>
        </p:nvSpPr>
        <p:spPr>
          <a:xfrm>
            <a:off x="822950" y="6949425"/>
            <a:ext cx="6583675" cy="65836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6" name="Google Shape;166;p9:notes"/>
          <p:cNvSpPr>
            <a:spLocks noGrp="1" noRot="1" noChangeAspect="1"/>
          </p:cNvSpPr>
          <p:nvPr>
            <p:ph type="sldImg" idx="2"/>
          </p:nvPr>
        </p:nvSpPr>
        <p:spPr>
          <a:xfrm>
            <a:off x="-762000" y="1096963"/>
            <a:ext cx="9753600" cy="54864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10:notes"/>
          <p:cNvSpPr txBox="1">
            <a:spLocks noGrp="1"/>
          </p:cNvSpPr>
          <p:nvPr>
            <p:ph type="body" idx="1"/>
          </p:nvPr>
        </p:nvSpPr>
        <p:spPr>
          <a:xfrm>
            <a:off x="822950" y="6949425"/>
            <a:ext cx="6583675" cy="65836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9" name="Google Shape;179;p10:notes"/>
          <p:cNvSpPr>
            <a:spLocks noGrp="1" noRot="1" noChangeAspect="1"/>
          </p:cNvSpPr>
          <p:nvPr>
            <p:ph type="sldImg" idx="2"/>
          </p:nvPr>
        </p:nvSpPr>
        <p:spPr>
          <a:xfrm>
            <a:off x="-762000" y="1096963"/>
            <a:ext cx="9753600" cy="54864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11: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96" name="Google Shape;196;p1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197" name="Google Shape;197;p11: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11</a:t>
            </a:fld>
            <a:endParaRPr sz="1800">
              <a:solidFill>
                <a:schemeClr val="dk1"/>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p12:notes"/>
          <p:cNvSpPr txBox="1">
            <a:spLocks noGrp="1"/>
          </p:cNvSpPr>
          <p:nvPr>
            <p:ph type="body" idx="1"/>
          </p:nvPr>
        </p:nvSpPr>
        <p:spPr>
          <a:xfrm>
            <a:off x="822950" y="6949425"/>
            <a:ext cx="6583675" cy="65836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3" name="Google Shape;213;p12:notes"/>
          <p:cNvSpPr>
            <a:spLocks noGrp="1" noRot="1" noChangeAspect="1"/>
          </p:cNvSpPr>
          <p:nvPr>
            <p:ph type="sldImg" idx="2"/>
          </p:nvPr>
        </p:nvSpPr>
        <p:spPr>
          <a:xfrm>
            <a:off x="-762000" y="1096963"/>
            <a:ext cx="9753600" cy="54864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13: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35" name="Google Shape;235;p1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236" name="Google Shape;236;p13: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13</a:t>
            </a:fld>
            <a:endParaRPr sz="1800">
              <a:solidFill>
                <a:schemeClr val="dk1"/>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p14:notes"/>
          <p:cNvSpPr txBox="1">
            <a:spLocks noGrp="1"/>
          </p:cNvSpPr>
          <p:nvPr>
            <p:ph type="body" idx="1"/>
          </p:nvPr>
        </p:nvSpPr>
        <p:spPr>
          <a:xfrm>
            <a:off x="822950" y="6949425"/>
            <a:ext cx="6583675" cy="65836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5" name="Google Shape;255;p14:notes"/>
          <p:cNvSpPr>
            <a:spLocks noGrp="1" noRot="1" noChangeAspect="1"/>
          </p:cNvSpPr>
          <p:nvPr>
            <p:ph type="sldImg" idx="2"/>
          </p:nvPr>
        </p:nvSpPr>
        <p:spPr>
          <a:xfrm>
            <a:off x="-762000" y="1096963"/>
            <a:ext cx="9753600" cy="54864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p15:notes"/>
          <p:cNvSpPr txBox="1">
            <a:spLocks noGrp="1"/>
          </p:cNvSpPr>
          <p:nvPr>
            <p:ph type="body" idx="1"/>
          </p:nvPr>
        </p:nvSpPr>
        <p:spPr>
          <a:xfrm>
            <a:off x="822950" y="6949425"/>
            <a:ext cx="6583675" cy="65836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4" name="Google Shape;274;p15:notes"/>
          <p:cNvSpPr>
            <a:spLocks noGrp="1" noRot="1" noChangeAspect="1"/>
          </p:cNvSpPr>
          <p:nvPr>
            <p:ph type="sldImg" idx="2"/>
          </p:nvPr>
        </p:nvSpPr>
        <p:spPr>
          <a:xfrm>
            <a:off x="-762000" y="1096963"/>
            <a:ext cx="9753600" cy="54864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lide 1 master">
  <p:cSld name="Slide 1 master">
    <p:spTree>
      <p:nvGrpSpPr>
        <p:cNvPr id="1" name="Shape 6"/>
        <p:cNvGrpSpPr/>
        <p:nvPr/>
      </p:nvGrpSpPr>
      <p:grpSpPr>
        <a:xfrm>
          <a:off x="0" y="0"/>
          <a:ext cx="0" cy="0"/>
          <a:chOff x="0" y="0"/>
          <a:chExt cx="0" cy="0"/>
        </a:xfrm>
      </p:grpSpPr>
      <p:sp>
        <p:nvSpPr>
          <p:cNvPr id="7" name="Google Shape;7;p17"/>
          <p:cNvSpPr/>
          <p:nvPr/>
        </p:nvSpPr>
        <p:spPr>
          <a:xfrm>
            <a:off x="0" y="0"/>
            <a:ext cx="14630400" cy="8229600"/>
          </a:xfrm>
          <a:prstGeom prst="rect">
            <a:avLst/>
          </a:prstGeom>
          <a:solidFill>
            <a:srgbClr val="D6F5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8;p17"/>
          <p:cNvSpPr/>
          <p:nvPr/>
        </p:nvSpPr>
        <p:spPr>
          <a:xfrm>
            <a:off x="0" y="0"/>
            <a:ext cx="14630400" cy="82296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9" name="Google Shape;9;p17" descr="preencoded.png">
            <a:hlinkClick r:id="rId2"/>
          </p:cNvPr>
          <p:cNvPicPr preferRelativeResize="0"/>
          <p:nvPr/>
        </p:nvPicPr>
        <p:blipFill rotWithShape="1">
          <a:blip r:embed="rId3">
            <a:alphaModFix/>
          </a:blip>
          <a:srcRect/>
          <a:stretch/>
        </p:blipFill>
        <p:spPr>
          <a:xfrm>
            <a:off x="12839215" y="7749540"/>
            <a:ext cx="1722605" cy="41148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lide 2 master">
  <p:cSld name="Slide 2 master">
    <p:spTree>
      <p:nvGrpSpPr>
        <p:cNvPr id="1" name="Shape 10"/>
        <p:cNvGrpSpPr/>
        <p:nvPr/>
      </p:nvGrpSpPr>
      <p:grpSpPr>
        <a:xfrm>
          <a:off x="0" y="0"/>
          <a:ext cx="0" cy="0"/>
          <a:chOff x="0" y="0"/>
          <a:chExt cx="0" cy="0"/>
        </a:xfrm>
      </p:grpSpPr>
      <p:sp>
        <p:nvSpPr>
          <p:cNvPr id="11" name="Google Shape;11;p18"/>
          <p:cNvSpPr/>
          <p:nvPr/>
        </p:nvSpPr>
        <p:spPr>
          <a:xfrm>
            <a:off x="0" y="0"/>
            <a:ext cx="14630400" cy="8229600"/>
          </a:xfrm>
          <a:prstGeom prst="rect">
            <a:avLst/>
          </a:prstGeom>
          <a:solidFill>
            <a:srgbClr val="D6F5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18"/>
          <p:cNvSpPr/>
          <p:nvPr/>
        </p:nvSpPr>
        <p:spPr>
          <a:xfrm>
            <a:off x="0" y="0"/>
            <a:ext cx="14630400" cy="82296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3" name="Google Shape;13;p18" descr="preencoded.png">
            <a:hlinkClick r:id="rId2"/>
          </p:cNvPr>
          <p:cNvPicPr preferRelativeResize="0"/>
          <p:nvPr/>
        </p:nvPicPr>
        <p:blipFill rotWithShape="1">
          <a:blip r:embed="rId3">
            <a:alphaModFix/>
          </a:blip>
          <a:srcRect/>
          <a:stretch/>
        </p:blipFill>
        <p:spPr>
          <a:xfrm>
            <a:off x="12839215" y="7749540"/>
            <a:ext cx="1722605" cy="41148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lide 3 master">
  <p:cSld name="Slide 3 master">
    <p:spTree>
      <p:nvGrpSpPr>
        <p:cNvPr id="1" name="Shape 14"/>
        <p:cNvGrpSpPr/>
        <p:nvPr/>
      </p:nvGrpSpPr>
      <p:grpSpPr>
        <a:xfrm>
          <a:off x="0" y="0"/>
          <a:ext cx="0" cy="0"/>
          <a:chOff x="0" y="0"/>
          <a:chExt cx="0" cy="0"/>
        </a:xfrm>
      </p:grpSpPr>
      <p:sp>
        <p:nvSpPr>
          <p:cNvPr id="15" name="Google Shape;15;p19"/>
          <p:cNvSpPr/>
          <p:nvPr/>
        </p:nvSpPr>
        <p:spPr>
          <a:xfrm>
            <a:off x="0" y="0"/>
            <a:ext cx="14630400" cy="8229600"/>
          </a:xfrm>
          <a:prstGeom prst="rect">
            <a:avLst/>
          </a:prstGeom>
          <a:solidFill>
            <a:srgbClr val="D6F5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19"/>
          <p:cNvSpPr/>
          <p:nvPr/>
        </p:nvSpPr>
        <p:spPr>
          <a:xfrm>
            <a:off x="0" y="0"/>
            <a:ext cx="14630400" cy="82296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7" name="Google Shape;17;p19" descr="preencoded.png">
            <a:hlinkClick r:id="rId2"/>
          </p:cNvPr>
          <p:cNvPicPr preferRelativeResize="0"/>
          <p:nvPr/>
        </p:nvPicPr>
        <p:blipFill rotWithShape="1">
          <a:blip r:embed="rId3">
            <a:alphaModFix/>
          </a:blip>
          <a:srcRect/>
          <a:stretch/>
        </p:blipFill>
        <p:spPr>
          <a:xfrm>
            <a:off x="12839215" y="7749540"/>
            <a:ext cx="1722605" cy="41148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lide 4 master">
  <p:cSld name="Slide 4 master">
    <p:spTree>
      <p:nvGrpSpPr>
        <p:cNvPr id="1" name="Shape 18"/>
        <p:cNvGrpSpPr/>
        <p:nvPr/>
      </p:nvGrpSpPr>
      <p:grpSpPr>
        <a:xfrm>
          <a:off x="0" y="0"/>
          <a:ext cx="0" cy="0"/>
          <a:chOff x="0" y="0"/>
          <a:chExt cx="0" cy="0"/>
        </a:xfrm>
      </p:grpSpPr>
      <p:sp>
        <p:nvSpPr>
          <p:cNvPr id="19" name="Google Shape;19;p20"/>
          <p:cNvSpPr/>
          <p:nvPr/>
        </p:nvSpPr>
        <p:spPr>
          <a:xfrm>
            <a:off x="0" y="0"/>
            <a:ext cx="14630400" cy="8229600"/>
          </a:xfrm>
          <a:prstGeom prst="rect">
            <a:avLst/>
          </a:prstGeom>
          <a:solidFill>
            <a:srgbClr val="D6F5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0"/>
          <p:cNvSpPr/>
          <p:nvPr/>
        </p:nvSpPr>
        <p:spPr>
          <a:xfrm>
            <a:off x="0" y="0"/>
            <a:ext cx="14630400" cy="82296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1" name="Google Shape;21;p20" descr="preencoded.png">
            <a:hlinkClick r:id="rId2"/>
          </p:cNvPr>
          <p:cNvPicPr preferRelativeResize="0"/>
          <p:nvPr/>
        </p:nvPicPr>
        <p:blipFill rotWithShape="1">
          <a:blip r:embed="rId3">
            <a:alphaModFix/>
          </a:blip>
          <a:srcRect/>
          <a:stretch/>
        </p:blipFill>
        <p:spPr>
          <a:xfrm>
            <a:off x="12839215" y="7749540"/>
            <a:ext cx="1722605" cy="411480"/>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lide 5 master">
  <p:cSld name="Slide 5 master">
    <p:spTree>
      <p:nvGrpSpPr>
        <p:cNvPr id="1" name="Shape 22"/>
        <p:cNvGrpSpPr/>
        <p:nvPr/>
      </p:nvGrpSpPr>
      <p:grpSpPr>
        <a:xfrm>
          <a:off x="0" y="0"/>
          <a:ext cx="0" cy="0"/>
          <a:chOff x="0" y="0"/>
          <a:chExt cx="0" cy="0"/>
        </a:xfrm>
      </p:grpSpPr>
      <p:sp>
        <p:nvSpPr>
          <p:cNvPr id="23" name="Google Shape;23;p21"/>
          <p:cNvSpPr/>
          <p:nvPr/>
        </p:nvSpPr>
        <p:spPr>
          <a:xfrm>
            <a:off x="0" y="0"/>
            <a:ext cx="14630400" cy="8229600"/>
          </a:xfrm>
          <a:prstGeom prst="rect">
            <a:avLst/>
          </a:prstGeom>
          <a:solidFill>
            <a:srgbClr val="D6F5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21"/>
          <p:cNvSpPr/>
          <p:nvPr/>
        </p:nvSpPr>
        <p:spPr>
          <a:xfrm>
            <a:off x="0" y="0"/>
            <a:ext cx="14630400" cy="82296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5" name="Google Shape;25;p21" descr="preencoded.png">
            <a:hlinkClick r:id="rId2"/>
          </p:cNvPr>
          <p:cNvPicPr preferRelativeResize="0"/>
          <p:nvPr/>
        </p:nvPicPr>
        <p:blipFill rotWithShape="1">
          <a:blip r:embed="rId3">
            <a:alphaModFix/>
          </a:blip>
          <a:srcRect/>
          <a:stretch/>
        </p:blipFill>
        <p:spPr>
          <a:xfrm>
            <a:off x="12839215" y="7749540"/>
            <a:ext cx="1722605" cy="41148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lide 6 master">
  <p:cSld name="Slide 6 master">
    <p:spTree>
      <p:nvGrpSpPr>
        <p:cNvPr id="1" name="Shape 26"/>
        <p:cNvGrpSpPr/>
        <p:nvPr/>
      </p:nvGrpSpPr>
      <p:grpSpPr>
        <a:xfrm>
          <a:off x="0" y="0"/>
          <a:ext cx="0" cy="0"/>
          <a:chOff x="0" y="0"/>
          <a:chExt cx="0" cy="0"/>
        </a:xfrm>
      </p:grpSpPr>
      <p:sp>
        <p:nvSpPr>
          <p:cNvPr id="27" name="Google Shape;27;p22"/>
          <p:cNvSpPr/>
          <p:nvPr/>
        </p:nvSpPr>
        <p:spPr>
          <a:xfrm>
            <a:off x="0" y="0"/>
            <a:ext cx="14630400" cy="8229600"/>
          </a:xfrm>
          <a:prstGeom prst="rect">
            <a:avLst/>
          </a:prstGeom>
          <a:solidFill>
            <a:srgbClr val="D6F5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2"/>
          <p:cNvSpPr/>
          <p:nvPr/>
        </p:nvSpPr>
        <p:spPr>
          <a:xfrm>
            <a:off x="0" y="0"/>
            <a:ext cx="14630400" cy="82296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9" name="Google Shape;29;p22" descr="preencoded.png">
            <a:hlinkClick r:id="rId2"/>
          </p:cNvPr>
          <p:cNvPicPr preferRelativeResize="0"/>
          <p:nvPr/>
        </p:nvPicPr>
        <p:blipFill rotWithShape="1">
          <a:blip r:embed="rId3">
            <a:alphaModFix/>
          </a:blip>
          <a:srcRect/>
          <a:stretch/>
        </p:blipFill>
        <p:spPr>
          <a:xfrm>
            <a:off x="12839215" y="7749540"/>
            <a:ext cx="1722605" cy="41148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lide 7 master">
  <p:cSld name="Slide 7 master">
    <p:spTree>
      <p:nvGrpSpPr>
        <p:cNvPr id="1" name="Shape 30"/>
        <p:cNvGrpSpPr/>
        <p:nvPr/>
      </p:nvGrpSpPr>
      <p:grpSpPr>
        <a:xfrm>
          <a:off x="0" y="0"/>
          <a:ext cx="0" cy="0"/>
          <a:chOff x="0" y="0"/>
          <a:chExt cx="0" cy="0"/>
        </a:xfrm>
      </p:grpSpPr>
      <p:sp>
        <p:nvSpPr>
          <p:cNvPr id="31" name="Google Shape;31;p23"/>
          <p:cNvSpPr/>
          <p:nvPr/>
        </p:nvSpPr>
        <p:spPr>
          <a:xfrm>
            <a:off x="0" y="0"/>
            <a:ext cx="14630400" cy="8229600"/>
          </a:xfrm>
          <a:prstGeom prst="rect">
            <a:avLst/>
          </a:prstGeom>
          <a:solidFill>
            <a:srgbClr val="D6F5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23"/>
          <p:cNvSpPr/>
          <p:nvPr/>
        </p:nvSpPr>
        <p:spPr>
          <a:xfrm>
            <a:off x="0" y="0"/>
            <a:ext cx="14630400" cy="82296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3" name="Google Shape;33;p23" descr="preencoded.png">
            <a:hlinkClick r:id="rId2"/>
          </p:cNvPr>
          <p:cNvPicPr preferRelativeResize="0"/>
          <p:nvPr/>
        </p:nvPicPr>
        <p:blipFill rotWithShape="1">
          <a:blip r:embed="rId3">
            <a:alphaModFix/>
          </a:blip>
          <a:srcRect/>
          <a:stretch/>
        </p:blipFill>
        <p:spPr>
          <a:xfrm>
            <a:off x="12839215" y="7749540"/>
            <a:ext cx="1722605" cy="411480"/>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lide 8 master">
  <p:cSld name="Slide 8 master">
    <p:spTree>
      <p:nvGrpSpPr>
        <p:cNvPr id="1" name="Shape 34"/>
        <p:cNvGrpSpPr/>
        <p:nvPr/>
      </p:nvGrpSpPr>
      <p:grpSpPr>
        <a:xfrm>
          <a:off x="0" y="0"/>
          <a:ext cx="0" cy="0"/>
          <a:chOff x="0" y="0"/>
          <a:chExt cx="0" cy="0"/>
        </a:xfrm>
      </p:grpSpPr>
      <p:sp>
        <p:nvSpPr>
          <p:cNvPr id="35" name="Google Shape;35;p24"/>
          <p:cNvSpPr/>
          <p:nvPr/>
        </p:nvSpPr>
        <p:spPr>
          <a:xfrm>
            <a:off x="0" y="0"/>
            <a:ext cx="14630400" cy="8229600"/>
          </a:xfrm>
          <a:prstGeom prst="rect">
            <a:avLst/>
          </a:prstGeom>
          <a:solidFill>
            <a:srgbClr val="D6F5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24"/>
          <p:cNvSpPr/>
          <p:nvPr/>
        </p:nvSpPr>
        <p:spPr>
          <a:xfrm>
            <a:off x="0" y="0"/>
            <a:ext cx="14630400" cy="82296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7" name="Google Shape;37;p24" descr="preencoded.png">
            <a:hlinkClick r:id="rId2"/>
          </p:cNvPr>
          <p:cNvPicPr preferRelativeResize="0"/>
          <p:nvPr/>
        </p:nvPicPr>
        <p:blipFill rotWithShape="1">
          <a:blip r:embed="rId3">
            <a:alphaModFix/>
          </a:blip>
          <a:srcRect/>
          <a:stretch/>
        </p:blipFill>
        <p:spPr>
          <a:xfrm>
            <a:off x="12839215" y="7749540"/>
            <a:ext cx="1722605" cy="411480"/>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38"/>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4.xml"/><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6.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6.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8.xml"/><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8.xml"/><Relationship Id="rId4"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3"/>
        <p:cNvGrpSpPr/>
        <p:nvPr/>
      </p:nvGrpSpPr>
      <p:grpSpPr>
        <a:xfrm>
          <a:off x="0" y="0"/>
          <a:ext cx="0" cy="0"/>
          <a:chOff x="0" y="0"/>
          <a:chExt cx="0" cy="0"/>
        </a:xfrm>
      </p:grpSpPr>
      <p:pic>
        <p:nvPicPr>
          <p:cNvPr id="44" name="Google Shape;44;p1" descr="preencoded.png"/>
          <p:cNvPicPr preferRelativeResize="0"/>
          <p:nvPr/>
        </p:nvPicPr>
        <p:blipFill rotWithShape="1">
          <a:blip r:embed="rId3">
            <a:alphaModFix/>
          </a:blip>
          <a:srcRect/>
          <a:stretch/>
        </p:blipFill>
        <p:spPr>
          <a:xfrm>
            <a:off x="9144000" y="0"/>
            <a:ext cx="5486400" cy="8229600"/>
          </a:xfrm>
          <a:prstGeom prst="rect">
            <a:avLst/>
          </a:prstGeom>
          <a:noFill/>
          <a:ln>
            <a:noFill/>
          </a:ln>
        </p:spPr>
      </p:pic>
      <p:sp>
        <p:nvSpPr>
          <p:cNvPr id="45" name="Google Shape;45;p1"/>
          <p:cNvSpPr/>
          <p:nvPr/>
        </p:nvSpPr>
        <p:spPr>
          <a:xfrm>
            <a:off x="793790" y="1932980"/>
            <a:ext cx="7556421" cy="2934653"/>
          </a:xfrm>
          <a:prstGeom prst="rect">
            <a:avLst/>
          </a:prstGeom>
          <a:noFill/>
          <a:ln>
            <a:noFill/>
          </a:ln>
        </p:spPr>
        <p:txBody>
          <a:bodyPr spcFirstLastPara="1" wrap="square" lIns="0" tIns="0" rIns="0" bIns="0" anchor="t" anchorCtr="0">
            <a:noAutofit/>
          </a:bodyPr>
          <a:lstStyle/>
          <a:p>
            <a:pPr marL="0" marR="0" lvl="0" indent="0" algn="l" rtl="0">
              <a:lnSpc>
                <a:spcPct val="125203"/>
              </a:lnSpc>
              <a:spcBef>
                <a:spcPts val="0"/>
              </a:spcBef>
              <a:spcAft>
                <a:spcPts val="0"/>
              </a:spcAft>
              <a:buClr>
                <a:srgbClr val="333F70"/>
              </a:buClr>
              <a:buSzPts val="6150"/>
              <a:buFont typeface="Unbounded"/>
              <a:buNone/>
            </a:pPr>
            <a:r>
              <a:rPr lang="en-US" sz="6150" b="1" i="0" u="none" strike="noStrike" cap="none">
                <a:solidFill>
                  <a:srgbClr val="333F70"/>
                </a:solidFill>
                <a:latin typeface="Unbounded"/>
                <a:ea typeface="Unbounded"/>
                <a:cs typeface="Unbounded"/>
                <a:sym typeface="Unbounded"/>
              </a:rPr>
              <a:t>Introduction to Academic Writing</a:t>
            </a:r>
            <a:endParaRPr sz="6150" b="0" i="0" u="none" strike="noStrike" cap="none">
              <a:solidFill>
                <a:schemeClr val="dk1"/>
              </a:solidFill>
              <a:latin typeface="Calibri"/>
              <a:ea typeface="Calibri"/>
              <a:cs typeface="Calibri"/>
              <a:sym typeface="Calibri"/>
            </a:endParaRPr>
          </a:p>
        </p:txBody>
      </p:sp>
      <p:sp>
        <p:nvSpPr>
          <p:cNvPr id="46" name="Google Shape;46;p1"/>
          <p:cNvSpPr/>
          <p:nvPr/>
        </p:nvSpPr>
        <p:spPr>
          <a:xfrm>
            <a:off x="793790" y="5207794"/>
            <a:ext cx="7556400" cy="1088700"/>
          </a:xfrm>
          <a:prstGeom prst="rect">
            <a:avLst/>
          </a:prstGeom>
          <a:noFill/>
          <a:ln>
            <a:noFill/>
          </a:ln>
        </p:spPr>
        <p:txBody>
          <a:bodyPr spcFirstLastPara="1" wrap="square" lIns="0" tIns="0" rIns="0" bIns="0" anchor="t" anchorCtr="0">
            <a:noAutofit/>
          </a:bodyPr>
          <a:lstStyle/>
          <a:p>
            <a:pPr marL="0" marR="0" lvl="0" indent="0" algn="l" rtl="0">
              <a:lnSpc>
                <a:spcPct val="162857"/>
              </a:lnSpc>
              <a:spcBef>
                <a:spcPts val="0"/>
              </a:spcBef>
              <a:spcAft>
                <a:spcPts val="0"/>
              </a:spcAft>
              <a:buClr>
                <a:srgbClr val="333F70"/>
              </a:buClr>
              <a:buSzPts val="1750"/>
              <a:buFont typeface="Open Sans"/>
              <a:buNone/>
            </a:pPr>
            <a:r>
              <a:rPr lang="en-US" sz="1750" b="0" i="0" u="none" strike="noStrike" cap="none">
                <a:solidFill>
                  <a:srgbClr val="333F70"/>
                </a:solidFill>
                <a:latin typeface="Open Sans"/>
                <a:ea typeface="Open Sans"/>
                <a:cs typeface="Open Sans"/>
                <a:sym typeface="Open Sans"/>
              </a:rPr>
              <a:t>Academic writing is a specific type of writing that uses formal language and structure. It focuses on presenting information and research in a clear and concise manner.</a:t>
            </a:r>
            <a:endParaRPr sz="1750" b="0" i="0" u="none" strike="noStrike" cap="non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1"/>
        <p:cNvGrpSpPr/>
        <p:nvPr/>
      </p:nvGrpSpPr>
      <p:grpSpPr>
        <a:xfrm>
          <a:off x="0" y="0"/>
          <a:ext cx="0" cy="0"/>
          <a:chOff x="0" y="0"/>
          <a:chExt cx="0" cy="0"/>
        </a:xfrm>
      </p:grpSpPr>
      <p:sp>
        <p:nvSpPr>
          <p:cNvPr id="52" name="Google Shape;52;p2"/>
          <p:cNvSpPr/>
          <p:nvPr/>
        </p:nvSpPr>
        <p:spPr>
          <a:xfrm>
            <a:off x="619129" y="497158"/>
            <a:ext cx="9850088" cy="567845"/>
          </a:xfrm>
          <a:prstGeom prst="rect">
            <a:avLst/>
          </a:prstGeom>
          <a:noFill/>
          <a:ln>
            <a:noFill/>
          </a:ln>
        </p:spPr>
        <p:txBody>
          <a:bodyPr spcFirstLastPara="1" wrap="square" lIns="0" tIns="0" rIns="0" bIns="0" anchor="t" anchorCtr="0">
            <a:noAutofit/>
          </a:bodyPr>
          <a:lstStyle/>
          <a:p>
            <a:pPr marL="0" marR="0" lvl="0" indent="0" algn="l" rtl="0">
              <a:lnSpc>
                <a:spcPct val="124719"/>
              </a:lnSpc>
              <a:spcBef>
                <a:spcPts val="0"/>
              </a:spcBef>
              <a:spcAft>
                <a:spcPts val="0"/>
              </a:spcAft>
              <a:buClr>
                <a:srgbClr val="333F70"/>
              </a:buClr>
              <a:buSzPts val="4450"/>
              <a:buFont typeface="Unbounded"/>
              <a:buNone/>
            </a:pPr>
            <a:r>
              <a:rPr lang="en-US" sz="4450" b="1" dirty="0">
                <a:solidFill>
                  <a:srgbClr val="333F70"/>
                </a:solidFill>
                <a:latin typeface="Unbounded"/>
                <a:ea typeface="Unbounded"/>
                <a:cs typeface="Unbounded"/>
                <a:sym typeface="Unbounded"/>
              </a:rPr>
              <a:t>Sentence Structure</a:t>
            </a:r>
            <a:endParaRPr sz="4450" dirty="0">
              <a:solidFill>
                <a:schemeClr val="dk1"/>
              </a:solidFill>
              <a:latin typeface="Calibri"/>
              <a:ea typeface="Calibri"/>
              <a:cs typeface="Calibri"/>
              <a:sym typeface="Calibri"/>
            </a:endParaRPr>
          </a:p>
        </p:txBody>
      </p:sp>
      <p:sp>
        <p:nvSpPr>
          <p:cNvPr id="53" name="Google Shape;53;p2"/>
          <p:cNvSpPr/>
          <p:nvPr/>
        </p:nvSpPr>
        <p:spPr>
          <a:xfrm>
            <a:off x="793789" y="1405224"/>
            <a:ext cx="13042821" cy="725805"/>
          </a:xfrm>
          <a:prstGeom prst="rect">
            <a:avLst/>
          </a:prstGeom>
          <a:noFill/>
          <a:ln>
            <a:noFill/>
          </a:ln>
        </p:spPr>
        <p:txBody>
          <a:bodyPr spcFirstLastPara="1" wrap="square" lIns="0" tIns="0" rIns="0" bIns="0" anchor="t" anchorCtr="0">
            <a:noAutofit/>
          </a:bodyPr>
          <a:lstStyle/>
          <a:p>
            <a:pPr marL="0" marR="0" lvl="0" indent="0" algn="l" rtl="0">
              <a:lnSpc>
                <a:spcPct val="162857"/>
              </a:lnSpc>
              <a:spcBef>
                <a:spcPts val="0"/>
              </a:spcBef>
              <a:spcAft>
                <a:spcPts val="0"/>
              </a:spcAft>
              <a:buClr>
                <a:srgbClr val="333F70"/>
              </a:buClr>
              <a:buSzPts val="1750"/>
              <a:buFont typeface="Open Sans"/>
              <a:buNone/>
            </a:pPr>
            <a:r>
              <a:rPr lang="en-US" sz="1750" dirty="0">
                <a:solidFill>
                  <a:srgbClr val="333F70"/>
                </a:solidFill>
                <a:latin typeface="Open Sans"/>
                <a:ea typeface="Open Sans"/>
                <a:cs typeface="Open Sans"/>
                <a:sym typeface="Open Sans"/>
              </a:rPr>
              <a:t>Sentences in academic writing should be grammatically correct and well-constructed. They should be </a:t>
            </a:r>
            <a:r>
              <a:rPr lang="en-US" sz="1750" u="sng" dirty="0">
                <a:solidFill>
                  <a:srgbClr val="333F70"/>
                </a:solidFill>
                <a:latin typeface="Open Sans"/>
                <a:ea typeface="Open Sans"/>
                <a:cs typeface="Open Sans"/>
                <a:sym typeface="Open Sans"/>
              </a:rPr>
              <a:t>complete thoughts </a:t>
            </a:r>
            <a:r>
              <a:rPr lang="en-US" sz="1750" dirty="0">
                <a:solidFill>
                  <a:srgbClr val="333F70"/>
                </a:solidFill>
                <a:latin typeface="Open Sans"/>
                <a:ea typeface="Open Sans"/>
                <a:cs typeface="Open Sans"/>
                <a:sym typeface="Open Sans"/>
              </a:rPr>
              <a:t>and follow a clear subject-verb-object structure.</a:t>
            </a:r>
            <a:endParaRPr sz="1750" dirty="0">
              <a:solidFill>
                <a:schemeClr val="dk1"/>
              </a:solidFill>
              <a:latin typeface="Calibri"/>
              <a:ea typeface="Calibri"/>
              <a:cs typeface="Calibri"/>
              <a:sym typeface="Calibri"/>
            </a:endParaRPr>
          </a:p>
        </p:txBody>
      </p:sp>
      <p:sp>
        <p:nvSpPr>
          <p:cNvPr id="54" name="Google Shape;54;p2"/>
          <p:cNvSpPr/>
          <p:nvPr/>
        </p:nvSpPr>
        <p:spPr>
          <a:xfrm>
            <a:off x="619129" y="2581860"/>
            <a:ext cx="510302" cy="510302"/>
          </a:xfrm>
          <a:prstGeom prst="roundRect">
            <a:avLst>
              <a:gd name="adj" fmla="val 18669"/>
            </a:avLst>
          </a:prstGeom>
          <a:solidFill>
            <a:srgbClr val="D6F5EE"/>
          </a:solidFill>
          <a:ln w="9525" cap="flat" cmpd="sng">
            <a:solidFill>
              <a:srgbClr val="BCDBD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5" name="Google Shape;55;p2"/>
          <p:cNvSpPr/>
          <p:nvPr/>
        </p:nvSpPr>
        <p:spPr>
          <a:xfrm>
            <a:off x="785816" y="2666870"/>
            <a:ext cx="176927" cy="340281"/>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333F70"/>
              </a:buClr>
              <a:buSzPts val="2650"/>
              <a:buFont typeface="Unbounded"/>
              <a:buNone/>
            </a:pPr>
            <a:r>
              <a:rPr lang="en-US" sz="2650" b="1">
                <a:solidFill>
                  <a:srgbClr val="333F70"/>
                </a:solidFill>
                <a:latin typeface="Unbounded"/>
                <a:ea typeface="Unbounded"/>
                <a:cs typeface="Unbounded"/>
                <a:sym typeface="Unbounded"/>
              </a:rPr>
              <a:t>1</a:t>
            </a:r>
            <a:endParaRPr sz="2650">
              <a:solidFill>
                <a:schemeClr val="dk1"/>
              </a:solidFill>
              <a:latin typeface="Calibri"/>
              <a:ea typeface="Calibri"/>
              <a:cs typeface="Calibri"/>
              <a:sym typeface="Calibri"/>
            </a:endParaRPr>
          </a:p>
        </p:txBody>
      </p:sp>
      <p:sp>
        <p:nvSpPr>
          <p:cNvPr id="56" name="Google Shape;56;p2"/>
          <p:cNvSpPr/>
          <p:nvPr/>
        </p:nvSpPr>
        <p:spPr>
          <a:xfrm>
            <a:off x="1356245" y="2581860"/>
            <a:ext cx="2835235" cy="354330"/>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333F70"/>
              </a:buClr>
              <a:buSzPts val="2200"/>
              <a:buFont typeface="Unbounded"/>
              <a:buNone/>
            </a:pPr>
            <a:r>
              <a:rPr lang="en-US" sz="2200" b="1">
                <a:solidFill>
                  <a:srgbClr val="333F70"/>
                </a:solidFill>
                <a:latin typeface="Unbounded"/>
                <a:ea typeface="Unbounded"/>
                <a:cs typeface="Unbounded"/>
                <a:sym typeface="Unbounded"/>
              </a:rPr>
              <a:t>Active Voice</a:t>
            </a:r>
            <a:endParaRPr sz="2200">
              <a:solidFill>
                <a:schemeClr val="dk1"/>
              </a:solidFill>
              <a:latin typeface="Calibri"/>
              <a:ea typeface="Calibri"/>
              <a:cs typeface="Calibri"/>
              <a:sym typeface="Calibri"/>
            </a:endParaRPr>
          </a:p>
        </p:txBody>
      </p:sp>
      <p:sp>
        <p:nvSpPr>
          <p:cNvPr id="57" name="Google Shape;57;p2"/>
          <p:cNvSpPr/>
          <p:nvPr/>
        </p:nvSpPr>
        <p:spPr>
          <a:xfrm>
            <a:off x="1356245" y="3072278"/>
            <a:ext cx="3459242" cy="725805"/>
          </a:xfrm>
          <a:prstGeom prst="rect">
            <a:avLst/>
          </a:prstGeom>
          <a:noFill/>
          <a:ln>
            <a:noFill/>
          </a:ln>
        </p:spPr>
        <p:txBody>
          <a:bodyPr spcFirstLastPara="1" wrap="square" lIns="0" tIns="0" rIns="0" bIns="0" anchor="t" anchorCtr="0">
            <a:noAutofit/>
          </a:bodyPr>
          <a:lstStyle/>
          <a:p>
            <a:pPr marL="0" marR="0" lvl="0" indent="0" algn="l" rtl="0">
              <a:lnSpc>
                <a:spcPct val="162857"/>
              </a:lnSpc>
              <a:spcBef>
                <a:spcPts val="0"/>
              </a:spcBef>
              <a:spcAft>
                <a:spcPts val="0"/>
              </a:spcAft>
              <a:buClr>
                <a:srgbClr val="333F70"/>
              </a:buClr>
              <a:buSzPts val="1750"/>
              <a:buFont typeface="Open Sans"/>
              <a:buNone/>
            </a:pPr>
            <a:r>
              <a:rPr lang="en-US" sz="1750">
                <a:solidFill>
                  <a:srgbClr val="333F70"/>
                </a:solidFill>
                <a:latin typeface="Open Sans"/>
                <a:ea typeface="Open Sans"/>
                <a:cs typeface="Open Sans"/>
                <a:sym typeface="Open Sans"/>
              </a:rPr>
              <a:t>The subject of the sentence performs the action.</a:t>
            </a:r>
            <a:endParaRPr sz="1750">
              <a:solidFill>
                <a:schemeClr val="dk1"/>
              </a:solidFill>
              <a:latin typeface="Calibri"/>
              <a:ea typeface="Calibri"/>
              <a:cs typeface="Calibri"/>
              <a:sym typeface="Calibri"/>
            </a:endParaRPr>
          </a:p>
        </p:txBody>
      </p:sp>
      <p:sp>
        <p:nvSpPr>
          <p:cNvPr id="58" name="Google Shape;58;p2"/>
          <p:cNvSpPr/>
          <p:nvPr/>
        </p:nvSpPr>
        <p:spPr>
          <a:xfrm>
            <a:off x="5042301" y="2581860"/>
            <a:ext cx="510302" cy="510302"/>
          </a:xfrm>
          <a:prstGeom prst="roundRect">
            <a:avLst>
              <a:gd name="adj" fmla="val 18669"/>
            </a:avLst>
          </a:prstGeom>
          <a:solidFill>
            <a:srgbClr val="D6F5EE"/>
          </a:solidFill>
          <a:ln w="9525" cap="flat" cmpd="sng">
            <a:solidFill>
              <a:srgbClr val="BCDBD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9" name="Google Shape;59;p2"/>
          <p:cNvSpPr/>
          <p:nvPr/>
        </p:nvSpPr>
        <p:spPr>
          <a:xfrm>
            <a:off x="5155410" y="2666870"/>
            <a:ext cx="284083" cy="340281"/>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333F70"/>
              </a:buClr>
              <a:buSzPts val="2650"/>
              <a:buFont typeface="Unbounded"/>
              <a:buNone/>
            </a:pPr>
            <a:r>
              <a:rPr lang="en-US" sz="2650" b="1">
                <a:solidFill>
                  <a:srgbClr val="333F70"/>
                </a:solidFill>
                <a:latin typeface="Unbounded"/>
                <a:ea typeface="Unbounded"/>
                <a:cs typeface="Unbounded"/>
                <a:sym typeface="Unbounded"/>
              </a:rPr>
              <a:t>2</a:t>
            </a:r>
            <a:endParaRPr sz="2650">
              <a:solidFill>
                <a:schemeClr val="dk1"/>
              </a:solidFill>
              <a:latin typeface="Calibri"/>
              <a:ea typeface="Calibri"/>
              <a:cs typeface="Calibri"/>
              <a:sym typeface="Calibri"/>
            </a:endParaRPr>
          </a:p>
        </p:txBody>
      </p:sp>
      <p:sp>
        <p:nvSpPr>
          <p:cNvPr id="60" name="Google Shape;60;p2"/>
          <p:cNvSpPr/>
          <p:nvPr/>
        </p:nvSpPr>
        <p:spPr>
          <a:xfrm>
            <a:off x="5779417" y="2581860"/>
            <a:ext cx="2835235" cy="354330"/>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333F70"/>
              </a:buClr>
              <a:buSzPts val="2200"/>
              <a:buFont typeface="Unbounded"/>
              <a:buNone/>
            </a:pPr>
            <a:r>
              <a:rPr lang="en-US" sz="2200" b="1">
                <a:solidFill>
                  <a:srgbClr val="333F70"/>
                </a:solidFill>
                <a:latin typeface="Unbounded"/>
                <a:ea typeface="Unbounded"/>
                <a:cs typeface="Unbounded"/>
                <a:sym typeface="Unbounded"/>
              </a:rPr>
              <a:t>Passive Voice</a:t>
            </a:r>
            <a:endParaRPr sz="2200">
              <a:solidFill>
                <a:schemeClr val="dk1"/>
              </a:solidFill>
              <a:latin typeface="Calibri"/>
              <a:ea typeface="Calibri"/>
              <a:cs typeface="Calibri"/>
              <a:sym typeface="Calibri"/>
            </a:endParaRPr>
          </a:p>
        </p:txBody>
      </p:sp>
      <p:sp>
        <p:nvSpPr>
          <p:cNvPr id="61" name="Google Shape;61;p2"/>
          <p:cNvSpPr/>
          <p:nvPr/>
        </p:nvSpPr>
        <p:spPr>
          <a:xfrm>
            <a:off x="5779417" y="3072278"/>
            <a:ext cx="3459242" cy="725805"/>
          </a:xfrm>
          <a:prstGeom prst="rect">
            <a:avLst/>
          </a:prstGeom>
          <a:noFill/>
          <a:ln>
            <a:noFill/>
          </a:ln>
        </p:spPr>
        <p:txBody>
          <a:bodyPr spcFirstLastPara="1" wrap="square" lIns="0" tIns="0" rIns="0" bIns="0" anchor="t" anchorCtr="0">
            <a:noAutofit/>
          </a:bodyPr>
          <a:lstStyle/>
          <a:p>
            <a:pPr marL="0" marR="0" lvl="0" indent="0" algn="l" rtl="0">
              <a:lnSpc>
                <a:spcPct val="162857"/>
              </a:lnSpc>
              <a:spcBef>
                <a:spcPts val="0"/>
              </a:spcBef>
              <a:spcAft>
                <a:spcPts val="0"/>
              </a:spcAft>
              <a:buClr>
                <a:srgbClr val="333F70"/>
              </a:buClr>
              <a:buSzPts val="1750"/>
              <a:buFont typeface="Open Sans"/>
              <a:buNone/>
            </a:pPr>
            <a:r>
              <a:rPr lang="en-US" sz="1750">
                <a:solidFill>
                  <a:srgbClr val="333F70"/>
                </a:solidFill>
                <a:latin typeface="Open Sans"/>
                <a:ea typeface="Open Sans"/>
                <a:cs typeface="Open Sans"/>
                <a:sym typeface="Open Sans"/>
              </a:rPr>
              <a:t>The action is performed on the subject.</a:t>
            </a:r>
            <a:endParaRPr sz="1750">
              <a:solidFill>
                <a:schemeClr val="dk1"/>
              </a:solidFill>
              <a:latin typeface="Calibri"/>
              <a:ea typeface="Calibri"/>
              <a:cs typeface="Calibri"/>
              <a:sym typeface="Calibri"/>
            </a:endParaRPr>
          </a:p>
        </p:txBody>
      </p:sp>
      <p:sp>
        <p:nvSpPr>
          <p:cNvPr id="62" name="Google Shape;62;p2"/>
          <p:cNvSpPr/>
          <p:nvPr/>
        </p:nvSpPr>
        <p:spPr>
          <a:xfrm>
            <a:off x="9465472" y="2581860"/>
            <a:ext cx="510302" cy="510302"/>
          </a:xfrm>
          <a:prstGeom prst="roundRect">
            <a:avLst>
              <a:gd name="adj" fmla="val 18669"/>
            </a:avLst>
          </a:prstGeom>
          <a:solidFill>
            <a:srgbClr val="D6F5EE"/>
          </a:solidFill>
          <a:ln w="9525" cap="flat" cmpd="sng">
            <a:solidFill>
              <a:srgbClr val="BCDBD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3" name="Google Shape;63;p2"/>
          <p:cNvSpPr/>
          <p:nvPr/>
        </p:nvSpPr>
        <p:spPr>
          <a:xfrm>
            <a:off x="9577867" y="2666870"/>
            <a:ext cx="285512" cy="340281"/>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333F70"/>
              </a:buClr>
              <a:buSzPts val="2650"/>
              <a:buFont typeface="Unbounded"/>
              <a:buNone/>
            </a:pPr>
            <a:r>
              <a:rPr lang="en-US" sz="2650" b="1">
                <a:solidFill>
                  <a:srgbClr val="333F70"/>
                </a:solidFill>
                <a:latin typeface="Unbounded"/>
                <a:ea typeface="Unbounded"/>
                <a:cs typeface="Unbounded"/>
                <a:sym typeface="Unbounded"/>
              </a:rPr>
              <a:t>3</a:t>
            </a:r>
            <a:endParaRPr sz="2650">
              <a:solidFill>
                <a:schemeClr val="dk1"/>
              </a:solidFill>
              <a:latin typeface="Calibri"/>
              <a:ea typeface="Calibri"/>
              <a:cs typeface="Calibri"/>
              <a:sym typeface="Calibri"/>
            </a:endParaRPr>
          </a:p>
        </p:txBody>
      </p:sp>
      <p:sp>
        <p:nvSpPr>
          <p:cNvPr id="64" name="Google Shape;64;p2"/>
          <p:cNvSpPr/>
          <p:nvPr/>
        </p:nvSpPr>
        <p:spPr>
          <a:xfrm>
            <a:off x="10202588" y="2581860"/>
            <a:ext cx="2835235" cy="354330"/>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333F70"/>
              </a:buClr>
              <a:buSzPts val="2200"/>
              <a:buFont typeface="Unbounded"/>
              <a:buNone/>
            </a:pPr>
            <a:r>
              <a:rPr lang="en-US" sz="2200" b="1">
                <a:solidFill>
                  <a:srgbClr val="333F70"/>
                </a:solidFill>
                <a:latin typeface="Unbounded"/>
                <a:ea typeface="Unbounded"/>
                <a:cs typeface="Unbounded"/>
                <a:sym typeface="Unbounded"/>
              </a:rPr>
              <a:t>Conciseness</a:t>
            </a:r>
            <a:endParaRPr sz="2200">
              <a:solidFill>
                <a:schemeClr val="dk1"/>
              </a:solidFill>
              <a:latin typeface="Calibri"/>
              <a:ea typeface="Calibri"/>
              <a:cs typeface="Calibri"/>
              <a:sym typeface="Calibri"/>
            </a:endParaRPr>
          </a:p>
        </p:txBody>
      </p:sp>
      <p:sp>
        <p:nvSpPr>
          <p:cNvPr id="65" name="Google Shape;65;p2"/>
          <p:cNvSpPr/>
          <p:nvPr/>
        </p:nvSpPr>
        <p:spPr>
          <a:xfrm>
            <a:off x="10202588" y="3072278"/>
            <a:ext cx="3459242" cy="725805"/>
          </a:xfrm>
          <a:prstGeom prst="rect">
            <a:avLst/>
          </a:prstGeom>
          <a:noFill/>
          <a:ln>
            <a:noFill/>
          </a:ln>
        </p:spPr>
        <p:txBody>
          <a:bodyPr spcFirstLastPara="1" wrap="square" lIns="0" tIns="0" rIns="0" bIns="0" anchor="t" anchorCtr="0">
            <a:noAutofit/>
          </a:bodyPr>
          <a:lstStyle/>
          <a:p>
            <a:pPr marL="0" marR="0" lvl="0" indent="0" algn="l" rtl="0">
              <a:lnSpc>
                <a:spcPct val="162857"/>
              </a:lnSpc>
              <a:spcBef>
                <a:spcPts val="0"/>
              </a:spcBef>
              <a:spcAft>
                <a:spcPts val="0"/>
              </a:spcAft>
              <a:buClr>
                <a:srgbClr val="333F70"/>
              </a:buClr>
              <a:buSzPts val="1750"/>
              <a:buFont typeface="Open Sans"/>
              <a:buNone/>
            </a:pPr>
            <a:r>
              <a:rPr lang="en-US" sz="1750">
                <a:solidFill>
                  <a:srgbClr val="333F70"/>
                </a:solidFill>
                <a:latin typeface="Open Sans"/>
                <a:ea typeface="Open Sans"/>
                <a:cs typeface="Open Sans"/>
                <a:sym typeface="Open Sans"/>
              </a:rPr>
              <a:t>Avoid unnecessary words and phrases.</a:t>
            </a:r>
            <a:endParaRPr sz="1750">
              <a:solidFill>
                <a:schemeClr val="dk1"/>
              </a:solidFill>
              <a:latin typeface="Calibri"/>
              <a:ea typeface="Calibri"/>
              <a:cs typeface="Calibri"/>
              <a:sym typeface="Calibri"/>
            </a:endParaRPr>
          </a:p>
        </p:txBody>
      </p:sp>
      <p:pic>
        <p:nvPicPr>
          <p:cNvPr id="66" name="Google Shape;66;p2"/>
          <p:cNvPicPr preferRelativeResize="0"/>
          <p:nvPr/>
        </p:nvPicPr>
        <p:blipFill rotWithShape="1">
          <a:blip r:embed="rId3">
            <a:alphaModFix/>
          </a:blip>
          <a:srcRect l="1826" t="5646" r="1474" b="2620"/>
          <a:stretch/>
        </p:blipFill>
        <p:spPr>
          <a:xfrm>
            <a:off x="0" y="4007872"/>
            <a:ext cx="14630400" cy="4332886"/>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p3"/>
          <p:cNvSpPr/>
          <p:nvPr/>
        </p:nvSpPr>
        <p:spPr>
          <a:xfrm>
            <a:off x="643191" y="697743"/>
            <a:ext cx="6073735" cy="576263"/>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333F70"/>
              </a:buClr>
              <a:buSzPts val="3600"/>
              <a:buFont typeface="Unbounded"/>
              <a:buNone/>
            </a:pPr>
            <a:r>
              <a:rPr lang="en-US" sz="3600" b="1">
                <a:solidFill>
                  <a:srgbClr val="333F70"/>
                </a:solidFill>
                <a:latin typeface="Unbounded"/>
                <a:ea typeface="Unbounded"/>
                <a:cs typeface="Unbounded"/>
                <a:sym typeface="Unbounded"/>
              </a:rPr>
              <a:t>Paragraph Structure</a:t>
            </a:r>
            <a:endParaRPr sz="3600">
              <a:solidFill>
                <a:schemeClr val="dk1"/>
              </a:solidFill>
              <a:latin typeface="Calibri"/>
              <a:ea typeface="Calibri"/>
              <a:cs typeface="Calibri"/>
              <a:sym typeface="Calibri"/>
            </a:endParaRPr>
          </a:p>
        </p:txBody>
      </p:sp>
      <p:sp>
        <p:nvSpPr>
          <p:cNvPr id="73" name="Google Shape;73;p3"/>
          <p:cNvSpPr/>
          <p:nvPr/>
        </p:nvSpPr>
        <p:spPr>
          <a:xfrm>
            <a:off x="629929" y="1559072"/>
            <a:ext cx="13339763" cy="295037"/>
          </a:xfrm>
          <a:prstGeom prst="rect">
            <a:avLst/>
          </a:prstGeom>
          <a:noFill/>
          <a:ln>
            <a:noFill/>
          </a:ln>
        </p:spPr>
        <p:txBody>
          <a:bodyPr spcFirstLastPara="1" wrap="square" lIns="0" tIns="0" rIns="0" bIns="0" anchor="t" anchorCtr="0">
            <a:noAutofit/>
          </a:bodyPr>
          <a:lstStyle/>
          <a:p>
            <a:pPr marL="0" marR="0" lvl="0" indent="0" algn="l" rtl="0">
              <a:lnSpc>
                <a:spcPct val="115000"/>
              </a:lnSpc>
              <a:spcBef>
                <a:spcPts val="0"/>
              </a:spcBef>
              <a:spcAft>
                <a:spcPts val="0"/>
              </a:spcAft>
              <a:buClr>
                <a:srgbClr val="333F70"/>
              </a:buClr>
              <a:buSzPts val="2000"/>
              <a:buFont typeface="Open Sans"/>
              <a:buNone/>
            </a:pPr>
            <a:r>
              <a:rPr lang="en-US" sz="2000">
                <a:solidFill>
                  <a:srgbClr val="333F70"/>
                </a:solidFill>
                <a:latin typeface="Open Sans"/>
                <a:ea typeface="Open Sans"/>
                <a:cs typeface="Open Sans"/>
                <a:sym typeface="Open Sans"/>
              </a:rPr>
              <a:t>Paragraphs in academic writing should be organized and logical. </a:t>
            </a:r>
            <a:endParaRPr/>
          </a:p>
          <a:p>
            <a:pPr marL="0" marR="0" lvl="0" indent="0" algn="l" rtl="0">
              <a:lnSpc>
                <a:spcPct val="115000"/>
              </a:lnSpc>
              <a:spcBef>
                <a:spcPts val="0"/>
              </a:spcBef>
              <a:spcAft>
                <a:spcPts val="0"/>
              </a:spcAft>
              <a:buClr>
                <a:srgbClr val="333F70"/>
              </a:buClr>
              <a:buSzPts val="2000"/>
              <a:buFont typeface="Open Sans"/>
              <a:buNone/>
            </a:pPr>
            <a:r>
              <a:rPr lang="en-US" sz="2000">
                <a:solidFill>
                  <a:srgbClr val="333F70"/>
                </a:solidFill>
                <a:latin typeface="Open Sans"/>
                <a:ea typeface="Open Sans"/>
                <a:cs typeface="Open Sans"/>
                <a:sym typeface="Open Sans"/>
              </a:rPr>
              <a:t>Each paragraph should focus on a single idea and have a clear topic sentence.</a:t>
            </a:r>
            <a:endParaRPr sz="2000">
              <a:solidFill>
                <a:schemeClr val="dk1"/>
              </a:solidFill>
              <a:latin typeface="Calibri"/>
              <a:ea typeface="Calibri"/>
              <a:cs typeface="Calibri"/>
              <a:sym typeface="Calibri"/>
            </a:endParaRPr>
          </a:p>
        </p:txBody>
      </p:sp>
      <p:sp>
        <p:nvSpPr>
          <p:cNvPr id="74" name="Google Shape;74;p3"/>
          <p:cNvSpPr/>
          <p:nvPr/>
        </p:nvSpPr>
        <p:spPr>
          <a:xfrm>
            <a:off x="895082" y="2764015"/>
            <a:ext cx="22860" cy="3555802"/>
          </a:xfrm>
          <a:prstGeom prst="roundRect">
            <a:avLst>
              <a:gd name="adj" fmla="val 338784"/>
            </a:avLst>
          </a:prstGeom>
          <a:solidFill>
            <a:srgbClr val="BCDBD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5" name="Google Shape;75;p3"/>
          <p:cNvSpPr/>
          <p:nvPr/>
        </p:nvSpPr>
        <p:spPr>
          <a:xfrm>
            <a:off x="1091059" y="3167398"/>
            <a:ext cx="645319" cy="22860"/>
          </a:xfrm>
          <a:prstGeom prst="roundRect">
            <a:avLst>
              <a:gd name="adj" fmla="val 338784"/>
            </a:avLst>
          </a:prstGeom>
          <a:solidFill>
            <a:srgbClr val="BCDBD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6" name="Google Shape;76;p3"/>
          <p:cNvSpPr/>
          <p:nvPr/>
        </p:nvSpPr>
        <p:spPr>
          <a:xfrm>
            <a:off x="699105" y="2971421"/>
            <a:ext cx="414814" cy="414814"/>
          </a:xfrm>
          <a:prstGeom prst="roundRect">
            <a:avLst>
              <a:gd name="adj" fmla="val 18670"/>
            </a:avLst>
          </a:prstGeom>
          <a:solidFill>
            <a:srgbClr val="D6F5EE"/>
          </a:solidFill>
          <a:ln w="9525" cap="flat" cmpd="sng">
            <a:solidFill>
              <a:srgbClr val="BCDBD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7" name="Google Shape;77;p3"/>
          <p:cNvSpPr/>
          <p:nvPr/>
        </p:nvSpPr>
        <p:spPr>
          <a:xfrm>
            <a:off x="834598" y="3040478"/>
            <a:ext cx="143828" cy="276582"/>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333F70"/>
              </a:buClr>
              <a:buSzPts val="2150"/>
              <a:buFont typeface="Unbounded"/>
              <a:buNone/>
            </a:pPr>
            <a:r>
              <a:rPr lang="en-US" sz="2150" b="1">
                <a:solidFill>
                  <a:srgbClr val="333F70"/>
                </a:solidFill>
                <a:latin typeface="Unbounded"/>
                <a:ea typeface="Unbounded"/>
                <a:cs typeface="Unbounded"/>
                <a:sym typeface="Unbounded"/>
              </a:rPr>
              <a:t>1</a:t>
            </a:r>
            <a:endParaRPr sz="2150">
              <a:solidFill>
                <a:schemeClr val="dk1"/>
              </a:solidFill>
              <a:latin typeface="Calibri"/>
              <a:ea typeface="Calibri"/>
              <a:cs typeface="Calibri"/>
              <a:sym typeface="Calibri"/>
            </a:endParaRPr>
          </a:p>
        </p:txBody>
      </p:sp>
      <p:sp>
        <p:nvSpPr>
          <p:cNvPr id="78" name="Google Shape;78;p3"/>
          <p:cNvSpPr/>
          <p:nvPr/>
        </p:nvSpPr>
        <p:spPr>
          <a:xfrm>
            <a:off x="1920686" y="2948323"/>
            <a:ext cx="2304931" cy="288131"/>
          </a:xfrm>
          <a:prstGeom prst="rect">
            <a:avLst/>
          </a:prstGeom>
          <a:noFill/>
          <a:ln>
            <a:noFill/>
          </a:ln>
        </p:spPr>
        <p:txBody>
          <a:bodyPr spcFirstLastPara="1" wrap="square" lIns="0" tIns="0" rIns="0" bIns="0" anchor="t" anchorCtr="0">
            <a:noAutofit/>
          </a:bodyPr>
          <a:lstStyle/>
          <a:p>
            <a:pPr marL="0" marR="0" lvl="0" indent="0" algn="l" rtl="0">
              <a:lnSpc>
                <a:spcPct val="112500"/>
              </a:lnSpc>
              <a:spcBef>
                <a:spcPts val="0"/>
              </a:spcBef>
              <a:spcAft>
                <a:spcPts val="0"/>
              </a:spcAft>
              <a:buClr>
                <a:srgbClr val="333F70"/>
              </a:buClr>
              <a:buSzPts val="2000"/>
              <a:buFont typeface="Unbounded"/>
              <a:buNone/>
            </a:pPr>
            <a:r>
              <a:rPr lang="en-US" sz="2000" b="1">
                <a:solidFill>
                  <a:srgbClr val="333F70"/>
                </a:solidFill>
                <a:latin typeface="Unbounded"/>
                <a:ea typeface="Unbounded"/>
                <a:cs typeface="Unbounded"/>
                <a:sym typeface="Unbounded"/>
              </a:rPr>
              <a:t>Topic Sentence</a:t>
            </a:r>
            <a:endParaRPr sz="2000">
              <a:solidFill>
                <a:schemeClr val="dk1"/>
              </a:solidFill>
              <a:latin typeface="Calibri"/>
              <a:ea typeface="Calibri"/>
              <a:cs typeface="Calibri"/>
              <a:sym typeface="Calibri"/>
            </a:endParaRPr>
          </a:p>
        </p:txBody>
      </p:sp>
      <p:sp>
        <p:nvSpPr>
          <p:cNvPr id="79" name="Google Shape;79;p3"/>
          <p:cNvSpPr/>
          <p:nvPr/>
        </p:nvSpPr>
        <p:spPr>
          <a:xfrm>
            <a:off x="2581511" y="3772914"/>
            <a:ext cx="12048900" cy="294900"/>
          </a:xfrm>
          <a:prstGeom prst="rect">
            <a:avLst/>
          </a:prstGeom>
          <a:noFill/>
          <a:ln>
            <a:noFill/>
          </a:ln>
        </p:spPr>
        <p:txBody>
          <a:bodyPr spcFirstLastPara="1" wrap="square" lIns="0" tIns="0" rIns="0" bIns="0" anchor="t" anchorCtr="0">
            <a:noAutofit/>
          </a:bodyPr>
          <a:lstStyle/>
          <a:p>
            <a:pPr marL="0" marR="0" lvl="0" indent="0" algn="l" rtl="0">
              <a:lnSpc>
                <a:spcPct val="127777"/>
              </a:lnSpc>
              <a:spcBef>
                <a:spcPts val="0"/>
              </a:spcBef>
              <a:spcAft>
                <a:spcPts val="0"/>
              </a:spcAft>
              <a:buClr>
                <a:srgbClr val="333F70"/>
              </a:buClr>
              <a:buSzPts val="1800"/>
              <a:buFont typeface="Open Sans"/>
              <a:buNone/>
            </a:pPr>
            <a:r>
              <a:rPr lang="en-US" sz="1800">
                <a:solidFill>
                  <a:srgbClr val="333F70"/>
                </a:solidFill>
                <a:latin typeface="Open Sans"/>
                <a:ea typeface="Open Sans"/>
                <a:cs typeface="Open Sans"/>
                <a:sym typeface="Open Sans"/>
              </a:rPr>
              <a:t>The main idea of the paragraph, often the first sentence.</a:t>
            </a:r>
            <a:endParaRPr sz="1800">
              <a:solidFill>
                <a:schemeClr val="dk1"/>
              </a:solidFill>
              <a:latin typeface="Calibri"/>
              <a:ea typeface="Calibri"/>
              <a:cs typeface="Calibri"/>
              <a:sym typeface="Calibri"/>
            </a:endParaRPr>
          </a:p>
        </p:txBody>
      </p:sp>
      <p:sp>
        <p:nvSpPr>
          <p:cNvPr id="80" name="Google Shape;80;p3"/>
          <p:cNvSpPr/>
          <p:nvPr/>
        </p:nvSpPr>
        <p:spPr>
          <a:xfrm>
            <a:off x="1091059" y="4414102"/>
            <a:ext cx="645319" cy="22860"/>
          </a:xfrm>
          <a:prstGeom prst="roundRect">
            <a:avLst>
              <a:gd name="adj" fmla="val 338784"/>
            </a:avLst>
          </a:prstGeom>
          <a:solidFill>
            <a:srgbClr val="BCDBD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1" name="Google Shape;81;p3"/>
          <p:cNvSpPr/>
          <p:nvPr/>
        </p:nvSpPr>
        <p:spPr>
          <a:xfrm>
            <a:off x="699105" y="4218125"/>
            <a:ext cx="414814" cy="414814"/>
          </a:xfrm>
          <a:prstGeom prst="roundRect">
            <a:avLst>
              <a:gd name="adj" fmla="val 18670"/>
            </a:avLst>
          </a:prstGeom>
          <a:solidFill>
            <a:srgbClr val="D6F5EE"/>
          </a:solidFill>
          <a:ln w="9525" cap="flat" cmpd="sng">
            <a:solidFill>
              <a:srgbClr val="BCDBD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 name="Google Shape;82;p3"/>
          <p:cNvSpPr/>
          <p:nvPr/>
        </p:nvSpPr>
        <p:spPr>
          <a:xfrm>
            <a:off x="791021" y="4287181"/>
            <a:ext cx="230862" cy="276582"/>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333F70"/>
              </a:buClr>
              <a:buSzPts val="2150"/>
              <a:buFont typeface="Unbounded"/>
              <a:buNone/>
            </a:pPr>
            <a:r>
              <a:rPr lang="en-US" sz="2150" b="1">
                <a:solidFill>
                  <a:srgbClr val="333F70"/>
                </a:solidFill>
                <a:latin typeface="Unbounded"/>
                <a:ea typeface="Unbounded"/>
                <a:cs typeface="Unbounded"/>
                <a:sym typeface="Unbounded"/>
              </a:rPr>
              <a:t>2</a:t>
            </a:r>
            <a:endParaRPr sz="2150">
              <a:solidFill>
                <a:schemeClr val="dk1"/>
              </a:solidFill>
              <a:latin typeface="Calibri"/>
              <a:ea typeface="Calibri"/>
              <a:cs typeface="Calibri"/>
              <a:sym typeface="Calibri"/>
            </a:endParaRPr>
          </a:p>
        </p:txBody>
      </p:sp>
      <p:sp>
        <p:nvSpPr>
          <p:cNvPr id="83" name="Google Shape;83;p3"/>
          <p:cNvSpPr/>
          <p:nvPr/>
        </p:nvSpPr>
        <p:spPr>
          <a:xfrm>
            <a:off x="1920686" y="4195027"/>
            <a:ext cx="3239929" cy="288131"/>
          </a:xfrm>
          <a:prstGeom prst="rect">
            <a:avLst/>
          </a:prstGeom>
          <a:noFill/>
          <a:ln>
            <a:noFill/>
          </a:ln>
        </p:spPr>
        <p:txBody>
          <a:bodyPr spcFirstLastPara="1" wrap="square" lIns="0" tIns="0" rIns="0" bIns="0" anchor="t" anchorCtr="0">
            <a:noAutofit/>
          </a:bodyPr>
          <a:lstStyle/>
          <a:p>
            <a:pPr marL="0" marR="0" lvl="0" indent="0" algn="l" rtl="0">
              <a:lnSpc>
                <a:spcPct val="112500"/>
              </a:lnSpc>
              <a:spcBef>
                <a:spcPts val="0"/>
              </a:spcBef>
              <a:spcAft>
                <a:spcPts val="0"/>
              </a:spcAft>
              <a:buClr>
                <a:srgbClr val="333F70"/>
              </a:buClr>
              <a:buSzPts val="2000"/>
              <a:buFont typeface="Unbounded"/>
              <a:buNone/>
            </a:pPr>
            <a:r>
              <a:rPr lang="en-US" sz="2000" b="1">
                <a:solidFill>
                  <a:srgbClr val="333F70"/>
                </a:solidFill>
                <a:latin typeface="Unbounded"/>
                <a:ea typeface="Unbounded"/>
                <a:cs typeface="Unbounded"/>
                <a:sym typeface="Unbounded"/>
              </a:rPr>
              <a:t>Supporting Sentences</a:t>
            </a:r>
            <a:endParaRPr sz="2000">
              <a:solidFill>
                <a:schemeClr val="dk1"/>
              </a:solidFill>
              <a:latin typeface="Calibri"/>
              <a:ea typeface="Calibri"/>
              <a:cs typeface="Calibri"/>
              <a:sym typeface="Calibri"/>
            </a:endParaRPr>
          </a:p>
        </p:txBody>
      </p:sp>
      <p:sp>
        <p:nvSpPr>
          <p:cNvPr id="84" name="Google Shape;84;p3"/>
          <p:cNvSpPr/>
          <p:nvPr/>
        </p:nvSpPr>
        <p:spPr>
          <a:xfrm>
            <a:off x="1810786" y="5014292"/>
            <a:ext cx="12048900" cy="294900"/>
          </a:xfrm>
          <a:prstGeom prst="rect">
            <a:avLst/>
          </a:prstGeom>
          <a:noFill/>
          <a:ln>
            <a:noFill/>
          </a:ln>
        </p:spPr>
        <p:txBody>
          <a:bodyPr spcFirstLastPara="1" wrap="square" lIns="0" tIns="0" rIns="0" bIns="0" anchor="t" anchorCtr="0">
            <a:noAutofit/>
          </a:bodyPr>
          <a:lstStyle/>
          <a:p>
            <a:pPr marL="0" marR="0" lvl="0" indent="0" algn="l" rtl="0">
              <a:lnSpc>
                <a:spcPct val="127777"/>
              </a:lnSpc>
              <a:spcBef>
                <a:spcPts val="0"/>
              </a:spcBef>
              <a:spcAft>
                <a:spcPts val="0"/>
              </a:spcAft>
              <a:buClr>
                <a:srgbClr val="333F70"/>
              </a:buClr>
              <a:buSzPts val="1800"/>
              <a:buFont typeface="Open Sans"/>
              <a:buNone/>
            </a:pPr>
            <a:r>
              <a:rPr lang="en-US" sz="1800">
                <a:solidFill>
                  <a:srgbClr val="333F70"/>
                </a:solidFill>
                <a:latin typeface="Open Sans"/>
                <a:ea typeface="Open Sans"/>
                <a:cs typeface="Open Sans"/>
                <a:sym typeface="Open Sans"/>
              </a:rPr>
              <a:t>Provide evidence and elaboration to support the topic sentence.</a:t>
            </a:r>
            <a:endParaRPr sz="1800">
              <a:solidFill>
                <a:schemeClr val="dk1"/>
              </a:solidFill>
              <a:latin typeface="Calibri"/>
              <a:ea typeface="Calibri"/>
              <a:cs typeface="Calibri"/>
              <a:sym typeface="Calibri"/>
            </a:endParaRPr>
          </a:p>
        </p:txBody>
      </p:sp>
      <p:sp>
        <p:nvSpPr>
          <p:cNvPr id="85" name="Google Shape;85;p3"/>
          <p:cNvSpPr/>
          <p:nvPr/>
        </p:nvSpPr>
        <p:spPr>
          <a:xfrm>
            <a:off x="1091059" y="5660805"/>
            <a:ext cx="645319" cy="22860"/>
          </a:xfrm>
          <a:prstGeom prst="roundRect">
            <a:avLst>
              <a:gd name="adj" fmla="val 338784"/>
            </a:avLst>
          </a:prstGeom>
          <a:solidFill>
            <a:srgbClr val="BCDBD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6" name="Google Shape;86;p3"/>
          <p:cNvSpPr/>
          <p:nvPr/>
        </p:nvSpPr>
        <p:spPr>
          <a:xfrm>
            <a:off x="699105" y="5464828"/>
            <a:ext cx="414814" cy="414814"/>
          </a:xfrm>
          <a:prstGeom prst="roundRect">
            <a:avLst>
              <a:gd name="adj" fmla="val 18670"/>
            </a:avLst>
          </a:prstGeom>
          <a:solidFill>
            <a:srgbClr val="D6F5EE"/>
          </a:solidFill>
          <a:ln w="9525" cap="flat" cmpd="sng">
            <a:solidFill>
              <a:srgbClr val="BCDBD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7" name="Google Shape;87;p3"/>
          <p:cNvSpPr/>
          <p:nvPr/>
        </p:nvSpPr>
        <p:spPr>
          <a:xfrm>
            <a:off x="790426" y="5533885"/>
            <a:ext cx="232053" cy="276582"/>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333F70"/>
              </a:buClr>
              <a:buSzPts val="2150"/>
              <a:buFont typeface="Unbounded"/>
              <a:buNone/>
            </a:pPr>
            <a:r>
              <a:rPr lang="en-US" sz="2150" b="1">
                <a:solidFill>
                  <a:srgbClr val="333F70"/>
                </a:solidFill>
                <a:latin typeface="Unbounded"/>
                <a:ea typeface="Unbounded"/>
                <a:cs typeface="Unbounded"/>
                <a:sym typeface="Unbounded"/>
              </a:rPr>
              <a:t>3</a:t>
            </a:r>
            <a:endParaRPr sz="2150">
              <a:solidFill>
                <a:schemeClr val="dk1"/>
              </a:solidFill>
              <a:latin typeface="Calibri"/>
              <a:ea typeface="Calibri"/>
              <a:cs typeface="Calibri"/>
              <a:sym typeface="Calibri"/>
            </a:endParaRPr>
          </a:p>
        </p:txBody>
      </p:sp>
      <p:sp>
        <p:nvSpPr>
          <p:cNvPr id="88" name="Google Shape;88;p3"/>
          <p:cNvSpPr/>
          <p:nvPr/>
        </p:nvSpPr>
        <p:spPr>
          <a:xfrm>
            <a:off x="1920686" y="5441730"/>
            <a:ext cx="3065978" cy="288131"/>
          </a:xfrm>
          <a:prstGeom prst="rect">
            <a:avLst/>
          </a:prstGeom>
          <a:noFill/>
          <a:ln>
            <a:noFill/>
          </a:ln>
        </p:spPr>
        <p:txBody>
          <a:bodyPr spcFirstLastPara="1" wrap="square" lIns="0" tIns="0" rIns="0" bIns="0" anchor="t" anchorCtr="0">
            <a:noAutofit/>
          </a:bodyPr>
          <a:lstStyle/>
          <a:p>
            <a:pPr marL="0" marR="0" lvl="0" indent="0" algn="l" rtl="0">
              <a:lnSpc>
                <a:spcPct val="112500"/>
              </a:lnSpc>
              <a:spcBef>
                <a:spcPts val="0"/>
              </a:spcBef>
              <a:spcAft>
                <a:spcPts val="0"/>
              </a:spcAft>
              <a:buClr>
                <a:srgbClr val="333F70"/>
              </a:buClr>
              <a:buSzPts val="2000"/>
              <a:buFont typeface="Unbounded"/>
              <a:buNone/>
            </a:pPr>
            <a:r>
              <a:rPr lang="en-US" sz="2000" b="1">
                <a:solidFill>
                  <a:srgbClr val="333F70"/>
                </a:solidFill>
                <a:latin typeface="Unbounded"/>
                <a:ea typeface="Unbounded"/>
                <a:cs typeface="Unbounded"/>
                <a:sym typeface="Unbounded"/>
              </a:rPr>
              <a:t>Concluding Sentence</a:t>
            </a:r>
            <a:endParaRPr sz="2000">
              <a:solidFill>
                <a:schemeClr val="dk1"/>
              </a:solidFill>
              <a:latin typeface="Calibri"/>
              <a:ea typeface="Calibri"/>
              <a:cs typeface="Calibri"/>
              <a:sym typeface="Calibri"/>
            </a:endParaRPr>
          </a:p>
        </p:txBody>
      </p:sp>
      <p:sp>
        <p:nvSpPr>
          <p:cNvPr id="89" name="Google Shape;89;p3"/>
          <p:cNvSpPr/>
          <p:nvPr/>
        </p:nvSpPr>
        <p:spPr>
          <a:xfrm>
            <a:off x="1920686" y="6255670"/>
            <a:ext cx="12048900" cy="294900"/>
          </a:xfrm>
          <a:prstGeom prst="rect">
            <a:avLst/>
          </a:prstGeom>
          <a:noFill/>
          <a:ln>
            <a:noFill/>
          </a:ln>
        </p:spPr>
        <p:txBody>
          <a:bodyPr spcFirstLastPara="1" wrap="square" lIns="0" tIns="0" rIns="0" bIns="0" anchor="t" anchorCtr="0">
            <a:noAutofit/>
          </a:bodyPr>
          <a:lstStyle/>
          <a:p>
            <a:pPr marL="0" marR="0" lvl="0" indent="0" algn="l" rtl="0">
              <a:lnSpc>
                <a:spcPct val="127777"/>
              </a:lnSpc>
              <a:spcBef>
                <a:spcPts val="0"/>
              </a:spcBef>
              <a:spcAft>
                <a:spcPts val="0"/>
              </a:spcAft>
              <a:buClr>
                <a:srgbClr val="333F70"/>
              </a:buClr>
              <a:buSzPts val="1800"/>
              <a:buFont typeface="Open Sans"/>
              <a:buNone/>
            </a:pPr>
            <a:r>
              <a:rPr lang="en-US" sz="1800">
                <a:solidFill>
                  <a:srgbClr val="333F70"/>
                </a:solidFill>
                <a:latin typeface="Open Sans"/>
                <a:ea typeface="Open Sans"/>
                <a:cs typeface="Open Sans"/>
                <a:sym typeface="Open Sans"/>
              </a:rPr>
              <a:t>Summarizes the main point of the paragraph and transitions to the next.</a:t>
            </a:r>
            <a:endParaRPr sz="1800">
              <a:solidFill>
                <a:schemeClr val="dk1"/>
              </a:solidFill>
              <a:latin typeface="Calibri"/>
              <a:ea typeface="Calibri"/>
              <a:cs typeface="Calibri"/>
              <a:sym typeface="Calibri"/>
            </a:endParaRPr>
          </a:p>
        </p:txBody>
      </p:sp>
      <p:sp>
        <p:nvSpPr>
          <p:cNvPr id="90" name="Google Shape;90;p3"/>
          <p:cNvSpPr/>
          <p:nvPr/>
        </p:nvSpPr>
        <p:spPr>
          <a:xfrm rot="10800000">
            <a:off x="9359757" y="2429599"/>
            <a:ext cx="4913268" cy="4623371"/>
          </a:xfrm>
          <a:prstGeom prst="triangle">
            <a:avLst>
              <a:gd name="adj" fmla="val 50000"/>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1" name="Google Shape;91;p3"/>
          <p:cNvSpPr txBox="1"/>
          <p:nvPr/>
        </p:nvSpPr>
        <p:spPr>
          <a:xfrm>
            <a:off x="10424549" y="2616265"/>
            <a:ext cx="2783684" cy="353943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200" b="1">
                <a:solidFill>
                  <a:schemeClr val="lt1"/>
                </a:solidFill>
                <a:latin typeface="Calibri"/>
                <a:ea typeface="Calibri"/>
                <a:cs typeface="Calibri"/>
                <a:sym typeface="Calibri"/>
              </a:rPr>
              <a:t>Point </a:t>
            </a:r>
            <a:endParaRPr/>
          </a:p>
          <a:p>
            <a:pPr marL="0" marR="0" lvl="0" indent="0" algn="ctr" rtl="0">
              <a:spcBef>
                <a:spcPts val="0"/>
              </a:spcBef>
              <a:spcAft>
                <a:spcPts val="0"/>
              </a:spcAft>
              <a:buNone/>
            </a:pPr>
            <a:endParaRPr sz="3200" b="1">
              <a:solidFill>
                <a:schemeClr val="lt1"/>
              </a:solidFill>
              <a:latin typeface="Calibri"/>
              <a:ea typeface="Calibri"/>
              <a:cs typeface="Calibri"/>
              <a:sym typeface="Calibri"/>
            </a:endParaRPr>
          </a:p>
          <a:p>
            <a:pPr marL="0" marR="0" lvl="0" indent="0" algn="ctr" rtl="0">
              <a:spcBef>
                <a:spcPts val="0"/>
              </a:spcBef>
              <a:spcAft>
                <a:spcPts val="0"/>
              </a:spcAft>
              <a:buNone/>
            </a:pPr>
            <a:r>
              <a:rPr lang="en-US" sz="3200" b="1">
                <a:solidFill>
                  <a:schemeClr val="lt1"/>
                </a:solidFill>
                <a:latin typeface="Calibri"/>
                <a:ea typeface="Calibri"/>
                <a:cs typeface="Calibri"/>
                <a:sym typeface="Calibri"/>
              </a:rPr>
              <a:t>Evidence </a:t>
            </a:r>
            <a:endParaRPr/>
          </a:p>
          <a:p>
            <a:pPr marL="0" marR="0" lvl="0" indent="0" algn="ctr" rtl="0">
              <a:spcBef>
                <a:spcPts val="0"/>
              </a:spcBef>
              <a:spcAft>
                <a:spcPts val="0"/>
              </a:spcAft>
              <a:buNone/>
            </a:pPr>
            <a:endParaRPr sz="3200" b="1">
              <a:solidFill>
                <a:schemeClr val="lt1"/>
              </a:solidFill>
              <a:latin typeface="Calibri"/>
              <a:ea typeface="Calibri"/>
              <a:cs typeface="Calibri"/>
              <a:sym typeface="Calibri"/>
            </a:endParaRPr>
          </a:p>
          <a:p>
            <a:pPr marL="0" marR="0" lvl="0" indent="0" algn="ctr" rtl="0">
              <a:spcBef>
                <a:spcPts val="0"/>
              </a:spcBef>
              <a:spcAft>
                <a:spcPts val="0"/>
              </a:spcAft>
              <a:buNone/>
            </a:pPr>
            <a:r>
              <a:rPr lang="en-US" sz="3200" b="1">
                <a:solidFill>
                  <a:schemeClr val="lt1"/>
                </a:solidFill>
                <a:latin typeface="Calibri"/>
                <a:ea typeface="Calibri"/>
                <a:cs typeface="Calibri"/>
                <a:sym typeface="Calibri"/>
              </a:rPr>
              <a:t>Explain </a:t>
            </a:r>
            <a:endParaRPr/>
          </a:p>
          <a:p>
            <a:pPr marL="0" marR="0" lvl="0" indent="0" algn="ctr" rtl="0">
              <a:spcBef>
                <a:spcPts val="0"/>
              </a:spcBef>
              <a:spcAft>
                <a:spcPts val="0"/>
              </a:spcAft>
              <a:buNone/>
            </a:pPr>
            <a:endParaRPr sz="3200" b="1">
              <a:solidFill>
                <a:schemeClr val="lt1"/>
              </a:solidFill>
              <a:latin typeface="Calibri"/>
              <a:ea typeface="Calibri"/>
              <a:cs typeface="Calibri"/>
              <a:sym typeface="Calibri"/>
            </a:endParaRPr>
          </a:p>
          <a:p>
            <a:pPr marL="0" marR="0" lvl="0" indent="0" algn="ctr" rtl="0">
              <a:spcBef>
                <a:spcPts val="0"/>
              </a:spcBef>
              <a:spcAft>
                <a:spcPts val="0"/>
              </a:spcAft>
              <a:buNone/>
            </a:pPr>
            <a:r>
              <a:rPr lang="en-US" sz="3200" b="1">
                <a:solidFill>
                  <a:schemeClr val="lt1"/>
                </a:solidFill>
                <a:latin typeface="Calibri"/>
                <a:ea typeface="Calibri"/>
                <a:cs typeface="Calibri"/>
                <a:sym typeface="Calibri"/>
              </a:rPr>
              <a:t>Link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4"/>
          <p:cNvSpPr/>
          <p:nvPr/>
        </p:nvSpPr>
        <p:spPr>
          <a:xfrm>
            <a:off x="3517700" y="91675"/>
            <a:ext cx="8021100" cy="1383000"/>
          </a:xfrm>
          <a:prstGeom prst="rect">
            <a:avLst/>
          </a:prstGeom>
          <a:noFill/>
          <a:ln>
            <a:noFill/>
          </a:ln>
        </p:spPr>
        <p:txBody>
          <a:bodyPr spcFirstLastPara="1" wrap="square" lIns="0" tIns="0" rIns="0" bIns="0" anchor="t" anchorCtr="0">
            <a:noAutofit/>
          </a:bodyPr>
          <a:lstStyle/>
          <a:p>
            <a:pPr marL="0" marR="0" lvl="0" indent="0" algn="ctr" rtl="0">
              <a:lnSpc>
                <a:spcPct val="124137"/>
              </a:lnSpc>
              <a:spcBef>
                <a:spcPts val="0"/>
              </a:spcBef>
              <a:spcAft>
                <a:spcPts val="0"/>
              </a:spcAft>
              <a:buClr>
                <a:srgbClr val="333F70"/>
              </a:buClr>
              <a:buSzPts val="4350"/>
              <a:buFont typeface="Unbounded"/>
              <a:buNone/>
            </a:pPr>
            <a:r>
              <a:rPr lang="en-US" sz="4350" b="1">
                <a:solidFill>
                  <a:srgbClr val="333F70"/>
                </a:solidFill>
                <a:latin typeface="Unbounded"/>
                <a:ea typeface="Unbounded"/>
                <a:cs typeface="Unbounded"/>
                <a:sym typeface="Unbounded"/>
              </a:rPr>
              <a:t>Verb Tense Consistency</a:t>
            </a:r>
            <a:endParaRPr sz="4350">
              <a:solidFill>
                <a:schemeClr val="dk1"/>
              </a:solidFill>
              <a:latin typeface="Calibri"/>
              <a:ea typeface="Calibri"/>
              <a:cs typeface="Calibri"/>
              <a:sym typeface="Calibri"/>
            </a:endParaRPr>
          </a:p>
        </p:txBody>
      </p:sp>
      <p:sp>
        <p:nvSpPr>
          <p:cNvPr id="98" name="Google Shape;98;p4"/>
          <p:cNvSpPr/>
          <p:nvPr/>
        </p:nvSpPr>
        <p:spPr>
          <a:xfrm>
            <a:off x="1380677" y="1695755"/>
            <a:ext cx="10424330" cy="1062276"/>
          </a:xfrm>
          <a:prstGeom prst="rect">
            <a:avLst/>
          </a:prstGeom>
          <a:noFill/>
          <a:ln>
            <a:noFill/>
          </a:ln>
        </p:spPr>
        <p:txBody>
          <a:bodyPr spcFirstLastPara="1" wrap="square" lIns="0" tIns="0" rIns="0" bIns="0" anchor="t" anchorCtr="0">
            <a:noAutofit/>
          </a:bodyPr>
          <a:lstStyle/>
          <a:p>
            <a:pPr marL="0" marR="0" lvl="0" indent="0" algn="l" rtl="0">
              <a:lnSpc>
                <a:spcPct val="152777"/>
              </a:lnSpc>
              <a:spcBef>
                <a:spcPts val="0"/>
              </a:spcBef>
              <a:spcAft>
                <a:spcPts val="0"/>
              </a:spcAft>
              <a:buClr>
                <a:srgbClr val="333F70"/>
              </a:buClr>
              <a:buSzPts val="1800"/>
              <a:buFont typeface="Open Sans"/>
              <a:buNone/>
            </a:pPr>
            <a:r>
              <a:rPr lang="en-US" sz="1800">
                <a:solidFill>
                  <a:srgbClr val="333F70"/>
                </a:solidFill>
                <a:latin typeface="Open Sans"/>
                <a:ea typeface="Open Sans"/>
                <a:cs typeface="Open Sans"/>
                <a:sym typeface="Open Sans"/>
              </a:rPr>
              <a:t>Maintaining consistent verb tense throughout your writing is essential for clarity and accuracy. Use the tense that best suits the context of your writing.</a:t>
            </a:r>
            <a:endParaRPr sz="1800">
              <a:solidFill>
                <a:schemeClr val="dk1"/>
              </a:solidFill>
              <a:latin typeface="Calibri"/>
              <a:ea typeface="Calibri"/>
              <a:cs typeface="Calibri"/>
              <a:sym typeface="Calibri"/>
            </a:endParaRPr>
          </a:p>
        </p:txBody>
      </p:sp>
      <p:pic>
        <p:nvPicPr>
          <p:cNvPr id="99" name="Google Shape;99;p4" descr="preencoded.png"/>
          <p:cNvPicPr preferRelativeResize="0"/>
          <p:nvPr/>
        </p:nvPicPr>
        <p:blipFill rotWithShape="1">
          <a:blip r:embed="rId3">
            <a:alphaModFix/>
          </a:blip>
          <a:srcRect/>
          <a:stretch/>
        </p:blipFill>
        <p:spPr>
          <a:xfrm>
            <a:off x="1380677" y="3076285"/>
            <a:ext cx="1106448" cy="1327666"/>
          </a:xfrm>
          <a:prstGeom prst="rect">
            <a:avLst/>
          </a:prstGeom>
          <a:noFill/>
          <a:ln>
            <a:noFill/>
          </a:ln>
        </p:spPr>
      </p:pic>
      <p:sp>
        <p:nvSpPr>
          <p:cNvPr id="100" name="Google Shape;100;p4"/>
          <p:cNvSpPr/>
          <p:nvPr/>
        </p:nvSpPr>
        <p:spPr>
          <a:xfrm>
            <a:off x="2818952" y="3297503"/>
            <a:ext cx="2766179" cy="345638"/>
          </a:xfrm>
          <a:prstGeom prst="rect">
            <a:avLst/>
          </a:prstGeom>
          <a:noFill/>
          <a:ln>
            <a:noFill/>
          </a:ln>
        </p:spPr>
        <p:txBody>
          <a:bodyPr spcFirstLastPara="1" wrap="square" lIns="0" tIns="0" rIns="0" bIns="0" anchor="t" anchorCtr="0">
            <a:noAutofit/>
          </a:bodyPr>
          <a:lstStyle/>
          <a:p>
            <a:pPr marL="0" marR="0" lvl="0" indent="0" algn="l" rtl="0">
              <a:lnSpc>
                <a:spcPct val="112500"/>
              </a:lnSpc>
              <a:spcBef>
                <a:spcPts val="0"/>
              </a:spcBef>
              <a:spcAft>
                <a:spcPts val="0"/>
              </a:spcAft>
              <a:buClr>
                <a:srgbClr val="333F70"/>
              </a:buClr>
              <a:buSzPts val="2400"/>
              <a:buFont typeface="Unbounded"/>
              <a:buNone/>
            </a:pPr>
            <a:r>
              <a:rPr lang="en-US" sz="2400" b="1">
                <a:solidFill>
                  <a:srgbClr val="333F70"/>
                </a:solidFill>
                <a:latin typeface="Unbounded"/>
                <a:ea typeface="Unbounded"/>
                <a:cs typeface="Unbounded"/>
                <a:sym typeface="Unbounded"/>
              </a:rPr>
              <a:t>Present Tense</a:t>
            </a:r>
            <a:endParaRPr sz="2400">
              <a:solidFill>
                <a:schemeClr val="dk1"/>
              </a:solidFill>
              <a:latin typeface="Calibri"/>
              <a:ea typeface="Calibri"/>
              <a:cs typeface="Calibri"/>
              <a:sym typeface="Calibri"/>
            </a:endParaRPr>
          </a:p>
        </p:txBody>
      </p:sp>
      <p:sp>
        <p:nvSpPr>
          <p:cNvPr id="101" name="Google Shape;101;p4"/>
          <p:cNvSpPr/>
          <p:nvPr/>
        </p:nvSpPr>
        <p:spPr>
          <a:xfrm>
            <a:off x="2818952" y="3775896"/>
            <a:ext cx="6156722" cy="354092"/>
          </a:xfrm>
          <a:prstGeom prst="rect">
            <a:avLst/>
          </a:prstGeom>
          <a:noFill/>
          <a:ln>
            <a:noFill/>
          </a:ln>
        </p:spPr>
        <p:txBody>
          <a:bodyPr spcFirstLastPara="1" wrap="square" lIns="0" tIns="0" rIns="0" bIns="0" anchor="t" anchorCtr="0">
            <a:noAutofit/>
          </a:bodyPr>
          <a:lstStyle/>
          <a:p>
            <a:pPr marL="0" marR="0" lvl="0" indent="0" algn="l" rtl="0">
              <a:lnSpc>
                <a:spcPct val="152777"/>
              </a:lnSpc>
              <a:spcBef>
                <a:spcPts val="0"/>
              </a:spcBef>
              <a:spcAft>
                <a:spcPts val="0"/>
              </a:spcAft>
              <a:buClr>
                <a:srgbClr val="333F70"/>
              </a:buClr>
              <a:buSzPts val="1800"/>
              <a:buFont typeface="Open Sans"/>
              <a:buNone/>
            </a:pPr>
            <a:r>
              <a:rPr lang="en-US" sz="1800">
                <a:solidFill>
                  <a:srgbClr val="333F70"/>
                </a:solidFill>
                <a:latin typeface="Open Sans"/>
                <a:ea typeface="Open Sans"/>
                <a:cs typeface="Open Sans"/>
                <a:sym typeface="Open Sans"/>
              </a:rPr>
              <a:t>Describes actions happening now.</a:t>
            </a:r>
            <a:endParaRPr sz="1800">
              <a:solidFill>
                <a:schemeClr val="dk1"/>
              </a:solidFill>
              <a:latin typeface="Calibri"/>
              <a:ea typeface="Calibri"/>
              <a:cs typeface="Calibri"/>
              <a:sym typeface="Calibri"/>
            </a:endParaRPr>
          </a:p>
        </p:txBody>
      </p:sp>
      <p:pic>
        <p:nvPicPr>
          <p:cNvPr id="102" name="Google Shape;102;p4" descr="preencoded.png"/>
          <p:cNvPicPr preferRelativeResize="0"/>
          <p:nvPr/>
        </p:nvPicPr>
        <p:blipFill rotWithShape="1">
          <a:blip r:embed="rId4">
            <a:alphaModFix/>
          </a:blip>
          <a:srcRect/>
          <a:stretch/>
        </p:blipFill>
        <p:spPr>
          <a:xfrm>
            <a:off x="1380677" y="4403951"/>
            <a:ext cx="1106448" cy="1327666"/>
          </a:xfrm>
          <a:prstGeom prst="rect">
            <a:avLst/>
          </a:prstGeom>
          <a:noFill/>
          <a:ln>
            <a:noFill/>
          </a:ln>
        </p:spPr>
      </p:pic>
      <p:sp>
        <p:nvSpPr>
          <p:cNvPr id="103" name="Google Shape;103;p4"/>
          <p:cNvSpPr/>
          <p:nvPr/>
        </p:nvSpPr>
        <p:spPr>
          <a:xfrm>
            <a:off x="2818952" y="4625169"/>
            <a:ext cx="2766179" cy="345638"/>
          </a:xfrm>
          <a:prstGeom prst="rect">
            <a:avLst/>
          </a:prstGeom>
          <a:noFill/>
          <a:ln>
            <a:noFill/>
          </a:ln>
        </p:spPr>
        <p:txBody>
          <a:bodyPr spcFirstLastPara="1" wrap="square" lIns="0" tIns="0" rIns="0" bIns="0" anchor="t" anchorCtr="0">
            <a:noAutofit/>
          </a:bodyPr>
          <a:lstStyle/>
          <a:p>
            <a:pPr marL="0" marR="0" lvl="0" indent="0" algn="l" rtl="0">
              <a:lnSpc>
                <a:spcPct val="112500"/>
              </a:lnSpc>
              <a:spcBef>
                <a:spcPts val="0"/>
              </a:spcBef>
              <a:spcAft>
                <a:spcPts val="0"/>
              </a:spcAft>
              <a:buClr>
                <a:srgbClr val="333F70"/>
              </a:buClr>
              <a:buSzPts val="2400"/>
              <a:buFont typeface="Unbounded"/>
              <a:buNone/>
            </a:pPr>
            <a:r>
              <a:rPr lang="en-US" sz="2400" b="1">
                <a:solidFill>
                  <a:srgbClr val="333F70"/>
                </a:solidFill>
                <a:latin typeface="Unbounded"/>
                <a:ea typeface="Unbounded"/>
                <a:cs typeface="Unbounded"/>
                <a:sym typeface="Unbounded"/>
              </a:rPr>
              <a:t>Past Tense</a:t>
            </a:r>
            <a:endParaRPr sz="2400">
              <a:solidFill>
                <a:schemeClr val="dk1"/>
              </a:solidFill>
              <a:latin typeface="Calibri"/>
              <a:ea typeface="Calibri"/>
              <a:cs typeface="Calibri"/>
              <a:sym typeface="Calibri"/>
            </a:endParaRPr>
          </a:p>
        </p:txBody>
      </p:sp>
      <p:sp>
        <p:nvSpPr>
          <p:cNvPr id="104" name="Google Shape;104;p4"/>
          <p:cNvSpPr/>
          <p:nvPr/>
        </p:nvSpPr>
        <p:spPr>
          <a:xfrm>
            <a:off x="2818952" y="5103562"/>
            <a:ext cx="6156722" cy="354092"/>
          </a:xfrm>
          <a:prstGeom prst="rect">
            <a:avLst/>
          </a:prstGeom>
          <a:noFill/>
          <a:ln>
            <a:noFill/>
          </a:ln>
        </p:spPr>
        <p:txBody>
          <a:bodyPr spcFirstLastPara="1" wrap="square" lIns="0" tIns="0" rIns="0" bIns="0" anchor="t" anchorCtr="0">
            <a:noAutofit/>
          </a:bodyPr>
          <a:lstStyle/>
          <a:p>
            <a:pPr marL="0" marR="0" lvl="0" indent="0" algn="l" rtl="0">
              <a:lnSpc>
                <a:spcPct val="152777"/>
              </a:lnSpc>
              <a:spcBef>
                <a:spcPts val="0"/>
              </a:spcBef>
              <a:spcAft>
                <a:spcPts val="0"/>
              </a:spcAft>
              <a:buClr>
                <a:srgbClr val="333F70"/>
              </a:buClr>
              <a:buSzPts val="1800"/>
              <a:buFont typeface="Open Sans"/>
              <a:buNone/>
            </a:pPr>
            <a:r>
              <a:rPr lang="en-US" sz="1800">
                <a:solidFill>
                  <a:srgbClr val="333F70"/>
                </a:solidFill>
                <a:latin typeface="Open Sans"/>
                <a:ea typeface="Open Sans"/>
                <a:cs typeface="Open Sans"/>
                <a:sym typeface="Open Sans"/>
              </a:rPr>
              <a:t>Describes actions that happened in the past.</a:t>
            </a:r>
            <a:endParaRPr sz="1800">
              <a:solidFill>
                <a:schemeClr val="dk1"/>
              </a:solidFill>
              <a:latin typeface="Calibri"/>
              <a:ea typeface="Calibri"/>
              <a:cs typeface="Calibri"/>
              <a:sym typeface="Calibri"/>
            </a:endParaRPr>
          </a:p>
        </p:txBody>
      </p:sp>
      <p:pic>
        <p:nvPicPr>
          <p:cNvPr id="105" name="Google Shape;105;p4" descr="preencoded.png"/>
          <p:cNvPicPr preferRelativeResize="0"/>
          <p:nvPr/>
        </p:nvPicPr>
        <p:blipFill rotWithShape="1">
          <a:blip r:embed="rId5">
            <a:alphaModFix/>
          </a:blip>
          <a:srcRect/>
          <a:stretch/>
        </p:blipFill>
        <p:spPr>
          <a:xfrm>
            <a:off x="1380677" y="5731617"/>
            <a:ext cx="1106448" cy="1327666"/>
          </a:xfrm>
          <a:prstGeom prst="rect">
            <a:avLst/>
          </a:prstGeom>
          <a:noFill/>
          <a:ln>
            <a:noFill/>
          </a:ln>
        </p:spPr>
      </p:pic>
      <p:sp>
        <p:nvSpPr>
          <p:cNvPr id="106" name="Google Shape;106;p4"/>
          <p:cNvSpPr/>
          <p:nvPr/>
        </p:nvSpPr>
        <p:spPr>
          <a:xfrm>
            <a:off x="2818952" y="5952835"/>
            <a:ext cx="2766179" cy="345638"/>
          </a:xfrm>
          <a:prstGeom prst="rect">
            <a:avLst/>
          </a:prstGeom>
          <a:noFill/>
          <a:ln>
            <a:noFill/>
          </a:ln>
        </p:spPr>
        <p:txBody>
          <a:bodyPr spcFirstLastPara="1" wrap="square" lIns="0" tIns="0" rIns="0" bIns="0" anchor="t" anchorCtr="0">
            <a:noAutofit/>
          </a:bodyPr>
          <a:lstStyle/>
          <a:p>
            <a:pPr marL="0" marR="0" lvl="0" indent="0" algn="l" rtl="0">
              <a:lnSpc>
                <a:spcPct val="112500"/>
              </a:lnSpc>
              <a:spcBef>
                <a:spcPts val="0"/>
              </a:spcBef>
              <a:spcAft>
                <a:spcPts val="0"/>
              </a:spcAft>
              <a:buClr>
                <a:srgbClr val="333F70"/>
              </a:buClr>
              <a:buSzPts val="2400"/>
              <a:buFont typeface="Unbounded"/>
              <a:buNone/>
            </a:pPr>
            <a:r>
              <a:rPr lang="en-US" sz="2400" b="1">
                <a:solidFill>
                  <a:srgbClr val="333F70"/>
                </a:solidFill>
                <a:latin typeface="Unbounded"/>
                <a:ea typeface="Unbounded"/>
                <a:cs typeface="Unbounded"/>
                <a:sym typeface="Unbounded"/>
              </a:rPr>
              <a:t>Future Tense</a:t>
            </a:r>
            <a:endParaRPr sz="2400">
              <a:solidFill>
                <a:schemeClr val="dk1"/>
              </a:solidFill>
              <a:latin typeface="Calibri"/>
              <a:ea typeface="Calibri"/>
              <a:cs typeface="Calibri"/>
              <a:sym typeface="Calibri"/>
            </a:endParaRPr>
          </a:p>
        </p:txBody>
      </p:sp>
      <p:sp>
        <p:nvSpPr>
          <p:cNvPr id="107" name="Google Shape;107;p4"/>
          <p:cNvSpPr/>
          <p:nvPr/>
        </p:nvSpPr>
        <p:spPr>
          <a:xfrm>
            <a:off x="2818952" y="6431228"/>
            <a:ext cx="6156722" cy="354092"/>
          </a:xfrm>
          <a:prstGeom prst="rect">
            <a:avLst/>
          </a:prstGeom>
          <a:noFill/>
          <a:ln>
            <a:noFill/>
          </a:ln>
        </p:spPr>
        <p:txBody>
          <a:bodyPr spcFirstLastPara="1" wrap="square" lIns="0" tIns="0" rIns="0" bIns="0" anchor="t" anchorCtr="0">
            <a:noAutofit/>
          </a:bodyPr>
          <a:lstStyle/>
          <a:p>
            <a:pPr marL="0" marR="0" lvl="0" indent="0" algn="l" rtl="0">
              <a:lnSpc>
                <a:spcPct val="152777"/>
              </a:lnSpc>
              <a:spcBef>
                <a:spcPts val="0"/>
              </a:spcBef>
              <a:spcAft>
                <a:spcPts val="0"/>
              </a:spcAft>
              <a:buClr>
                <a:srgbClr val="333F70"/>
              </a:buClr>
              <a:buSzPts val="1800"/>
              <a:buFont typeface="Open Sans"/>
              <a:buNone/>
            </a:pPr>
            <a:r>
              <a:rPr lang="en-US" sz="1800">
                <a:solidFill>
                  <a:srgbClr val="333F70"/>
                </a:solidFill>
                <a:latin typeface="Open Sans"/>
                <a:ea typeface="Open Sans"/>
                <a:cs typeface="Open Sans"/>
                <a:sym typeface="Open Sans"/>
              </a:rPr>
              <a:t>Describes actions that will happen in the future.</a:t>
            </a:r>
            <a:endParaRPr sz="18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pic>
        <p:nvPicPr>
          <p:cNvPr id="112" name="Google Shape;112;p5"/>
          <p:cNvPicPr preferRelativeResize="0"/>
          <p:nvPr/>
        </p:nvPicPr>
        <p:blipFill rotWithShape="1">
          <a:blip r:embed="rId3">
            <a:alphaModFix/>
          </a:blip>
          <a:srcRect/>
          <a:stretch/>
        </p:blipFill>
        <p:spPr>
          <a:xfrm>
            <a:off x="0" y="2472608"/>
            <a:ext cx="14630400" cy="4024124"/>
          </a:xfrm>
          <a:prstGeom prst="rect">
            <a:avLst/>
          </a:prstGeom>
          <a:noFill/>
          <a:ln>
            <a:noFill/>
          </a:ln>
        </p:spPr>
      </p:pic>
      <p:sp>
        <p:nvSpPr>
          <p:cNvPr id="113" name="Google Shape;113;p5"/>
          <p:cNvSpPr/>
          <p:nvPr/>
        </p:nvSpPr>
        <p:spPr>
          <a:xfrm>
            <a:off x="3517701" y="625563"/>
            <a:ext cx="7594997" cy="1383030"/>
          </a:xfrm>
          <a:prstGeom prst="rect">
            <a:avLst/>
          </a:prstGeom>
          <a:noFill/>
          <a:ln>
            <a:noFill/>
          </a:ln>
        </p:spPr>
        <p:txBody>
          <a:bodyPr spcFirstLastPara="1" wrap="square" lIns="0" tIns="0" rIns="0" bIns="0" anchor="t" anchorCtr="0">
            <a:noAutofit/>
          </a:bodyPr>
          <a:lstStyle/>
          <a:p>
            <a:pPr marL="0" marR="0" lvl="0" indent="0" algn="ctr" rtl="0">
              <a:lnSpc>
                <a:spcPct val="124137"/>
              </a:lnSpc>
              <a:spcBef>
                <a:spcPts val="0"/>
              </a:spcBef>
              <a:spcAft>
                <a:spcPts val="0"/>
              </a:spcAft>
              <a:buClr>
                <a:srgbClr val="333F70"/>
              </a:buClr>
              <a:buSzPts val="4350"/>
              <a:buFont typeface="Unbounded"/>
              <a:buNone/>
            </a:pPr>
            <a:r>
              <a:rPr lang="en-US" sz="4350" b="1">
                <a:solidFill>
                  <a:srgbClr val="333F70"/>
                </a:solidFill>
                <a:latin typeface="Unbounded"/>
                <a:ea typeface="Unbounded"/>
                <a:cs typeface="Unbounded"/>
                <a:sym typeface="Unbounded"/>
              </a:rPr>
              <a:t>Verb Tense Consistency</a:t>
            </a:r>
            <a:endParaRPr sz="435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6"/>
          <p:cNvSpPr/>
          <p:nvPr/>
        </p:nvSpPr>
        <p:spPr>
          <a:xfrm>
            <a:off x="793789" y="567949"/>
            <a:ext cx="9980227" cy="1133160"/>
          </a:xfrm>
          <a:prstGeom prst="rect">
            <a:avLst/>
          </a:prstGeom>
          <a:noFill/>
          <a:ln>
            <a:noFill/>
          </a:ln>
        </p:spPr>
        <p:txBody>
          <a:bodyPr spcFirstLastPara="1" wrap="square" lIns="0" tIns="0" rIns="0" bIns="0" anchor="t" anchorCtr="0">
            <a:noAutofit/>
          </a:bodyPr>
          <a:lstStyle/>
          <a:p>
            <a:pPr marL="0" marR="0" lvl="0" indent="0" algn="l" rtl="0">
              <a:lnSpc>
                <a:spcPct val="124719"/>
              </a:lnSpc>
              <a:spcBef>
                <a:spcPts val="0"/>
              </a:spcBef>
              <a:spcAft>
                <a:spcPts val="0"/>
              </a:spcAft>
              <a:buClr>
                <a:srgbClr val="333F70"/>
              </a:buClr>
              <a:buSzPts val="4450"/>
              <a:buFont typeface="Unbounded"/>
              <a:buNone/>
            </a:pPr>
            <a:r>
              <a:rPr lang="en-US" sz="4450" b="1" dirty="0">
                <a:solidFill>
                  <a:srgbClr val="333F70"/>
                </a:solidFill>
                <a:latin typeface="Unbounded"/>
                <a:ea typeface="Unbounded"/>
                <a:cs typeface="Unbounded"/>
                <a:sym typeface="Unbounded"/>
              </a:rPr>
              <a:t>Subject-Verb Agreement</a:t>
            </a:r>
            <a:endParaRPr sz="4450" dirty="0">
              <a:solidFill>
                <a:schemeClr val="dk1"/>
              </a:solidFill>
              <a:latin typeface="Calibri"/>
              <a:ea typeface="Calibri"/>
              <a:cs typeface="Calibri"/>
              <a:sym typeface="Calibri"/>
            </a:endParaRPr>
          </a:p>
        </p:txBody>
      </p:sp>
      <p:sp>
        <p:nvSpPr>
          <p:cNvPr id="120" name="Google Shape;120;p6"/>
          <p:cNvSpPr/>
          <p:nvPr/>
        </p:nvSpPr>
        <p:spPr>
          <a:xfrm>
            <a:off x="701323" y="1822823"/>
            <a:ext cx="13042821" cy="725805"/>
          </a:xfrm>
          <a:prstGeom prst="rect">
            <a:avLst/>
          </a:prstGeom>
          <a:noFill/>
          <a:ln>
            <a:noFill/>
          </a:ln>
        </p:spPr>
        <p:txBody>
          <a:bodyPr spcFirstLastPara="1" wrap="square" lIns="0" tIns="0" rIns="0" bIns="0" anchor="t" anchorCtr="0">
            <a:noAutofit/>
          </a:bodyPr>
          <a:lstStyle/>
          <a:p>
            <a:pPr marL="0" marR="0" lvl="0" indent="0" algn="l" rtl="0">
              <a:lnSpc>
                <a:spcPct val="158333"/>
              </a:lnSpc>
              <a:spcBef>
                <a:spcPts val="0"/>
              </a:spcBef>
              <a:spcAft>
                <a:spcPts val="0"/>
              </a:spcAft>
              <a:buClr>
                <a:srgbClr val="333F70"/>
              </a:buClr>
              <a:buSzPts val="1800"/>
              <a:buFont typeface="Open Sans"/>
              <a:buNone/>
            </a:pPr>
            <a:r>
              <a:rPr lang="en-US" sz="1800">
                <a:solidFill>
                  <a:srgbClr val="333F70"/>
                </a:solidFill>
                <a:latin typeface="Open Sans"/>
                <a:ea typeface="Open Sans"/>
                <a:cs typeface="Open Sans"/>
                <a:sym typeface="Open Sans"/>
              </a:rPr>
              <a:t>Subjects and verbs must agree in number (singular or plural). This means a singular subject takes a singular verb, and a plural subject takes a plural verb.</a:t>
            </a:r>
            <a:endParaRPr sz="1800">
              <a:solidFill>
                <a:schemeClr val="dk1"/>
              </a:solidFill>
              <a:latin typeface="Calibri"/>
              <a:ea typeface="Calibri"/>
              <a:cs typeface="Calibri"/>
              <a:sym typeface="Calibri"/>
            </a:endParaRPr>
          </a:p>
        </p:txBody>
      </p:sp>
      <p:sp>
        <p:nvSpPr>
          <p:cNvPr id="121" name="Google Shape;121;p6"/>
          <p:cNvSpPr/>
          <p:nvPr/>
        </p:nvSpPr>
        <p:spPr>
          <a:xfrm>
            <a:off x="2811214" y="2814118"/>
            <a:ext cx="1738800" cy="354300"/>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333F70"/>
              </a:buClr>
              <a:buSzPts val="2200"/>
              <a:buFont typeface="Unbounded"/>
              <a:buNone/>
            </a:pPr>
            <a:r>
              <a:rPr lang="en-US" sz="2200" b="1">
                <a:solidFill>
                  <a:srgbClr val="333F70"/>
                </a:solidFill>
                <a:latin typeface="Unbounded"/>
                <a:ea typeface="Unbounded"/>
                <a:cs typeface="Unbounded"/>
                <a:sym typeface="Unbounded"/>
              </a:rPr>
              <a:t>Singular Subject</a:t>
            </a:r>
            <a:endParaRPr sz="2200">
              <a:solidFill>
                <a:schemeClr val="dk1"/>
              </a:solidFill>
              <a:latin typeface="Calibri"/>
              <a:ea typeface="Calibri"/>
              <a:cs typeface="Calibri"/>
              <a:sym typeface="Calibri"/>
            </a:endParaRPr>
          </a:p>
        </p:txBody>
      </p:sp>
      <p:sp>
        <p:nvSpPr>
          <p:cNvPr id="122" name="Google Shape;122;p6"/>
          <p:cNvSpPr/>
          <p:nvPr/>
        </p:nvSpPr>
        <p:spPr>
          <a:xfrm>
            <a:off x="2499301" y="3611737"/>
            <a:ext cx="3722600" cy="362903"/>
          </a:xfrm>
          <a:prstGeom prst="rect">
            <a:avLst/>
          </a:prstGeom>
          <a:noFill/>
          <a:ln>
            <a:noFill/>
          </a:ln>
        </p:spPr>
        <p:txBody>
          <a:bodyPr spcFirstLastPara="1" wrap="square" lIns="0" tIns="0" rIns="0" bIns="0" anchor="t" anchorCtr="0">
            <a:noAutofit/>
          </a:bodyPr>
          <a:lstStyle/>
          <a:p>
            <a:pPr marL="0" marR="0" lvl="0" indent="0" algn="l" rtl="0">
              <a:lnSpc>
                <a:spcPct val="158333"/>
              </a:lnSpc>
              <a:spcBef>
                <a:spcPts val="0"/>
              </a:spcBef>
              <a:spcAft>
                <a:spcPts val="0"/>
              </a:spcAft>
              <a:buClr>
                <a:srgbClr val="333F70"/>
              </a:buClr>
              <a:buSzPts val="1800"/>
              <a:buFont typeface="Open Sans"/>
              <a:buNone/>
            </a:pPr>
            <a:r>
              <a:rPr lang="en-US" sz="1800">
                <a:solidFill>
                  <a:srgbClr val="333F70"/>
                </a:solidFill>
                <a:latin typeface="Open Sans"/>
                <a:ea typeface="Open Sans"/>
                <a:cs typeface="Open Sans"/>
                <a:sym typeface="Open Sans"/>
              </a:rPr>
              <a:t>The </a:t>
            </a:r>
            <a:r>
              <a:rPr lang="en-US" sz="1800" b="1" u="sng">
                <a:solidFill>
                  <a:srgbClr val="333F70"/>
                </a:solidFill>
                <a:latin typeface="Open Sans"/>
                <a:ea typeface="Open Sans"/>
                <a:cs typeface="Open Sans"/>
                <a:sym typeface="Open Sans"/>
              </a:rPr>
              <a:t>student</a:t>
            </a:r>
            <a:r>
              <a:rPr lang="en-US" sz="1800">
                <a:solidFill>
                  <a:srgbClr val="333F70"/>
                </a:solidFill>
                <a:latin typeface="Open Sans"/>
                <a:ea typeface="Open Sans"/>
                <a:cs typeface="Open Sans"/>
                <a:sym typeface="Open Sans"/>
              </a:rPr>
              <a:t> writ</a:t>
            </a:r>
            <a:r>
              <a:rPr lang="en-US" sz="1800" b="1" u="sng">
                <a:solidFill>
                  <a:srgbClr val="333F70"/>
                </a:solidFill>
                <a:latin typeface="Open Sans"/>
                <a:ea typeface="Open Sans"/>
                <a:cs typeface="Open Sans"/>
                <a:sym typeface="Open Sans"/>
              </a:rPr>
              <a:t>es</a:t>
            </a:r>
            <a:r>
              <a:rPr lang="en-US" sz="1800">
                <a:solidFill>
                  <a:srgbClr val="333F70"/>
                </a:solidFill>
                <a:latin typeface="Open Sans"/>
                <a:ea typeface="Open Sans"/>
                <a:cs typeface="Open Sans"/>
                <a:sym typeface="Open Sans"/>
              </a:rPr>
              <a:t> a paper.</a:t>
            </a:r>
            <a:endParaRPr sz="1800">
              <a:solidFill>
                <a:schemeClr val="dk1"/>
              </a:solidFill>
              <a:latin typeface="Calibri"/>
              <a:ea typeface="Calibri"/>
              <a:cs typeface="Calibri"/>
              <a:sym typeface="Calibri"/>
            </a:endParaRPr>
          </a:p>
        </p:txBody>
      </p:sp>
      <p:sp>
        <p:nvSpPr>
          <p:cNvPr id="123" name="Google Shape;123;p6"/>
          <p:cNvSpPr/>
          <p:nvPr/>
        </p:nvSpPr>
        <p:spPr>
          <a:xfrm>
            <a:off x="9738264" y="2670342"/>
            <a:ext cx="1690200" cy="354300"/>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333F70"/>
              </a:buClr>
              <a:buSzPts val="2200"/>
              <a:buFont typeface="Unbounded"/>
              <a:buNone/>
            </a:pPr>
            <a:r>
              <a:rPr lang="en-US" sz="2200" b="1">
                <a:solidFill>
                  <a:srgbClr val="333F70"/>
                </a:solidFill>
                <a:latin typeface="Unbounded"/>
                <a:ea typeface="Unbounded"/>
                <a:cs typeface="Unbounded"/>
                <a:sym typeface="Unbounded"/>
              </a:rPr>
              <a:t>Plural Subject</a:t>
            </a:r>
            <a:endParaRPr sz="2200">
              <a:solidFill>
                <a:schemeClr val="dk1"/>
              </a:solidFill>
              <a:latin typeface="Calibri"/>
              <a:ea typeface="Calibri"/>
              <a:cs typeface="Calibri"/>
              <a:sym typeface="Calibri"/>
            </a:endParaRPr>
          </a:p>
        </p:txBody>
      </p:sp>
      <p:sp>
        <p:nvSpPr>
          <p:cNvPr id="124" name="Google Shape;124;p6"/>
          <p:cNvSpPr/>
          <p:nvPr/>
        </p:nvSpPr>
        <p:spPr>
          <a:xfrm>
            <a:off x="9305032" y="3611737"/>
            <a:ext cx="3722600" cy="362903"/>
          </a:xfrm>
          <a:prstGeom prst="rect">
            <a:avLst/>
          </a:prstGeom>
          <a:noFill/>
          <a:ln>
            <a:noFill/>
          </a:ln>
        </p:spPr>
        <p:txBody>
          <a:bodyPr spcFirstLastPara="1" wrap="square" lIns="0" tIns="0" rIns="0" bIns="0" anchor="t" anchorCtr="0">
            <a:noAutofit/>
          </a:bodyPr>
          <a:lstStyle/>
          <a:p>
            <a:pPr marL="0" marR="0" lvl="0" indent="0" algn="l" rtl="0">
              <a:lnSpc>
                <a:spcPct val="158333"/>
              </a:lnSpc>
              <a:spcBef>
                <a:spcPts val="0"/>
              </a:spcBef>
              <a:spcAft>
                <a:spcPts val="0"/>
              </a:spcAft>
              <a:buClr>
                <a:srgbClr val="333F70"/>
              </a:buClr>
              <a:buSzPts val="1800"/>
              <a:buFont typeface="Open Sans"/>
              <a:buNone/>
            </a:pPr>
            <a:r>
              <a:rPr lang="en-US" sz="1800">
                <a:solidFill>
                  <a:srgbClr val="333F70"/>
                </a:solidFill>
                <a:latin typeface="Open Sans"/>
                <a:ea typeface="Open Sans"/>
                <a:cs typeface="Open Sans"/>
                <a:sym typeface="Open Sans"/>
              </a:rPr>
              <a:t>The student</a:t>
            </a:r>
            <a:r>
              <a:rPr lang="en-US" sz="1800" b="1" u="sng">
                <a:solidFill>
                  <a:srgbClr val="333F70"/>
                </a:solidFill>
                <a:latin typeface="Open Sans"/>
                <a:ea typeface="Open Sans"/>
                <a:cs typeface="Open Sans"/>
                <a:sym typeface="Open Sans"/>
              </a:rPr>
              <a:t>s</a:t>
            </a:r>
            <a:r>
              <a:rPr lang="en-US" sz="1800">
                <a:solidFill>
                  <a:srgbClr val="333F70"/>
                </a:solidFill>
                <a:latin typeface="Open Sans"/>
                <a:ea typeface="Open Sans"/>
                <a:cs typeface="Open Sans"/>
                <a:sym typeface="Open Sans"/>
              </a:rPr>
              <a:t> </a:t>
            </a:r>
            <a:r>
              <a:rPr lang="en-US" sz="1800" b="1" u="sng">
                <a:solidFill>
                  <a:srgbClr val="333F70"/>
                </a:solidFill>
                <a:latin typeface="Open Sans"/>
                <a:ea typeface="Open Sans"/>
                <a:cs typeface="Open Sans"/>
                <a:sym typeface="Open Sans"/>
              </a:rPr>
              <a:t>write</a:t>
            </a:r>
            <a:r>
              <a:rPr lang="en-US" sz="1800">
                <a:solidFill>
                  <a:srgbClr val="333F70"/>
                </a:solidFill>
                <a:latin typeface="Open Sans"/>
                <a:ea typeface="Open Sans"/>
                <a:cs typeface="Open Sans"/>
                <a:sym typeface="Open Sans"/>
              </a:rPr>
              <a:t> papers.</a:t>
            </a:r>
            <a:endParaRPr sz="1800">
              <a:solidFill>
                <a:schemeClr val="dk1"/>
              </a:solidFill>
              <a:latin typeface="Calibri"/>
              <a:ea typeface="Calibri"/>
              <a:cs typeface="Calibri"/>
              <a:sym typeface="Calibri"/>
            </a:endParaRPr>
          </a:p>
        </p:txBody>
      </p:sp>
      <p:pic>
        <p:nvPicPr>
          <p:cNvPr id="125" name="Google Shape;125;p6" descr="A close-up of hands shaking&#10;&#10;AI-generated content may be incorrect."/>
          <p:cNvPicPr preferRelativeResize="0"/>
          <p:nvPr/>
        </p:nvPicPr>
        <p:blipFill rotWithShape="1">
          <a:blip r:embed="rId3">
            <a:alphaModFix/>
          </a:blip>
          <a:srcRect/>
          <a:stretch/>
        </p:blipFill>
        <p:spPr>
          <a:xfrm>
            <a:off x="0" y="4324243"/>
            <a:ext cx="14630400" cy="3905357"/>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7"/>
          <p:cNvSpPr txBox="1"/>
          <p:nvPr/>
        </p:nvSpPr>
        <p:spPr>
          <a:xfrm>
            <a:off x="473725" y="1133508"/>
            <a:ext cx="13231258"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Underline the subject (or compound subject) and then identify the verb that agrees with it.</a:t>
            </a:r>
            <a:endParaRPr/>
          </a:p>
        </p:txBody>
      </p:sp>
      <p:sp>
        <p:nvSpPr>
          <p:cNvPr id="131" name="Google Shape;131;p7"/>
          <p:cNvSpPr/>
          <p:nvPr/>
        </p:nvSpPr>
        <p:spPr>
          <a:xfrm>
            <a:off x="473725" y="424729"/>
            <a:ext cx="8694658" cy="708779"/>
          </a:xfrm>
          <a:prstGeom prst="rect">
            <a:avLst/>
          </a:prstGeom>
          <a:noFill/>
          <a:ln>
            <a:noFill/>
          </a:ln>
        </p:spPr>
        <p:txBody>
          <a:bodyPr spcFirstLastPara="1" wrap="square" lIns="0" tIns="0" rIns="0" bIns="0" anchor="t" anchorCtr="0">
            <a:noAutofit/>
          </a:bodyPr>
          <a:lstStyle/>
          <a:p>
            <a:pPr marL="0" marR="0" lvl="0" indent="0" algn="l" rtl="0">
              <a:lnSpc>
                <a:spcPct val="124719"/>
              </a:lnSpc>
              <a:spcBef>
                <a:spcPts val="0"/>
              </a:spcBef>
              <a:spcAft>
                <a:spcPts val="0"/>
              </a:spcAft>
              <a:buClr>
                <a:srgbClr val="333F70"/>
              </a:buClr>
              <a:buSzPts val="4450"/>
              <a:buFont typeface="Unbounded"/>
              <a:buNone/>
            </a:pPr>
            <a:r>
              <a:rPr lang="en-US" sz="4450" b="1">
                <a:solidFill>
                  <a:srgbClr val="333F70"/>
                </a:solidFill>
                <a:latin typeface="Unbounded"/>
                <a:ea typeface="Unbounded"/>
                <a:cs typeface="Unbounded"/>
                <a:sym typeface="Unbounded"/>
              </a:rPr>
              <a:t>Practice:</a:t>
            </a:r>
            <a:endParaRPr sz="4450">
              <a:solidFill>
                <a:schemeClr val="dk1"/>
              </a:solidFill>
              <a:latin typeface="Calibri"/>
              <a:ea typeface="Calibri"/>
              <a:cs typeface="Calibri"/>
              <a:sym typeface="Calibri"/>
            </a:endParaRPr>
          </a:p>
        </p:txBody>
      </p:sp>
      <p:sp>
        <p:nvSpPr>
          <p:cNvPr id="132" name="Google Shape;132;p7"/>
          <p:cNvSpPr txBox="1"/>
          <p:nvPr/>
        </p:nvSpPr>
        <p:spPr>
          <a:xfrm>
            <a:off x="2699133" y="1863212"/>
            <a:ext cx="9694843"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u="sng">
                <a:solidFill>
                  <a:schemeClr val="dk1"/>
                </a:solidFill>
                <a:latin typeface="Calibri"/>
                <a:ea typeface="Calibri"/>
                <a:cs typeface="Calibri"/>
                <a:sym typeface="Calibri"/>
              </a:rPr>
              <a:t>Everyone</a:t>
            </a:r>
            <a:r>
              <a:rPr lang="en-US" sz="2000">
                <a:solidFill>
                  <a:schemeClr val="dk1"/>
                </a:solidFill>
                <a:latin typeface="Calibri"/>
                <a:ea typeface="Calibri"/>
                <a:cs typeface="Calibri"/>
                <a:sym typeface="Calibri"/>
              </a:rPr>
              <a:t> in the telecom focus group (</a:t>
            </a:r>
            <a:r>
              <a:rPr lang="en-US" sz="2000" u="sng">
                <a:solidFill>
                  <a:schemeClr val="dk1"/>
                </a:solidFill>
                <a:latin typeface="Calibri"/>
                <a:ea typeface="Calibri"/>
                <a:cs typeface="Calibri"/>
                <a:sym typeface="Calibri"/>
              </a:rPr>
              <a:t>has</a:t>
            </a:r>
            <a:r>
              <a:rPr lang="en-US" sz="2000">
                <a:solidFill>
                  <a:schemeClr val="dk1"/>
                </a:solidFill>
                <a:latin typeface="Calibri"/>
                <a:ea typeface="Calibri"/>
                <a:cs typeface="Calibri"/>
                <a:sym typeface="Calibri"/>
              </a:rPr>
              <a:t>/have) experienced problems with cell phones</a:t>
            </a:r>
            <a:endParaRPr/>
          </a:p>
        </p:txBody>
      </p:sp>
      <p:sp>
        <p:nvSpPr>
          <p:cNvPr id="133" name="Google Shape;133;p7"/>
          <p:cNvSpPr txBox="1"/>
          <p:nvPr/>
        </p:nvSpPr>
        <p:spPr>
          <a:xfrm>
            <a:off x="1608462" y="1872599"/>
            <a:ext cx="1255923"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u="sng">
                <a:solidFill>
                  <a:srgbClr val="FF0000"/>
                </a:solidFill>
                <a:latin typeface="Calibri"/>
                <a:ea typeface="Calibri"/>
                <a:cs typeface="Calibri"/>
                <a:sym typeface="Calibri"/>
              </a:rPr>
              <a:t>Example</a:t>
            </a:r>
            <a:r>
              <a:rPr lang="en-US" sz="1800" b="1" u="sng">
                <a:solidFill>
                  <a:srgbClr val="FF0000"/>
                </a:solidFill>
                <a:latin typeface="Calibri"/>
                <a:ea typeface="Calibri"/>
                <a:cs typeface="Calibri"/>
                <a:sym typeface="Calibri"/>
              </a:rPr>
              <a:t>:</a:t>
            </a:r>
            <a:endParaRPr sz="1800">
              <a:solidFill>
                <a:schemeClr val="dk1"/>
              </a:solidFill>
              <a:latin typeface="Calibri"/>
              <a:ea typeface="Calibri"/>
              <a:cs typeface="Calibri"/>
              <a:sym typeface="Calibri"/>
            </a:endParaRPr>
          </a:p>
        </p:txBody>
      </p:sp>
      <p:sp>
        <p:nvSpPr>
          <p:cNvPr id="134" name="Google Shape;134;p7"/>
          <p:cNvSpPr txBox="1"/>
          <p:nvPr/>
        </p:nvSpPr>
        <p:spPr>
          <a:xfrm>
            <a:off x="385590" y="2740803"/>
            <a:ext cx="14244900" cy="4646100"/>
          </a:xfrm>
          <a:prstGeom prst="rect">
            <a:avLst/>
          </a:prstGeom>
          <a:noFill/>
          <a:ln>
            <a:noFill/>
          </a:ln>
        </p:spPr>
        <p:txBody>
          <a:bodyPr spcFirstLastPara="1" wrap="square" lIns="91425" tIns="45700" rIns="91425" bIns="45700" anchor="t" anchorCtr="0">
            <a:spAutoFit/>
          </a:bodyPr>
          <a:lstStyle/>
          <a:p>
            <a:pPr marL="457200" marR="0" lvl="0" indent="-457200" algn="l" rtl="0">
              <a:lnSpc>
                <a:spcPct val="150000"/>
              </a:lnSpc>
              <a:spcBef>
                <a:spcPts val="0"/>
              </a:spcBef>
              <a:spcAft>
                <a:spcPts val="0"/>
              </a:spcAft>
              <a:buClr>
                <a:schemeClr val="dk1"/>
              </a:buClr>
              <a:buSzPts val="2000"/>
              <a:buFont typeface="Tahoma"/>
              <a:buAutoNum type="arabicPeriod"/>
            </a:pPr>
            <a:r>
              <a:rPr lang="en-US" sz="2000">
                <a:solidFill>
                  <a:schemeClr val="dk1"/>
                </a:solidFill>
                <a:latin typeface="Tahoma"/>
                <a:ea typeface="Tahoma"/>
                <a:cs typeface="Tahoma"/>
                <a:sym typeface="Tahoma"/>
              </a:rPr>
              <a:t>Your friendship over the years and your support </a:t>
            </a:r>
            <a:r>
              <a:rPr lang="en-US" sz="2000" b="1">
                <a:solidFill>
                  <a:schemeClr val="dk1"/>
                </a:solidFill>
                <a:latin typeface="Tahoma"/>
                <a:ea typeface="Tahoma"/>
                <a:cs typeface="Tahoma"/>
                <a:sym typeface="Tahoma"/>
              </a:rPr>
              <a:t>(has/have) </a:t>
            </a:r>
            <a:r>
              <a:rPr lang="en-US" sz="2000">
                <a:solidFill>
                  <a:schemeClr val="dk1"/>
                </a:solidFill>
                <a:latin typeface="Tahoma"/>
                <a:ea typeface="Tahoma"/>
                <a:cs typeface="Tahoma"/>
                <a:sym typeface="Tahoma"/>
              </a:rPr>
              <a:t>meant a great deal to us. </a:t>
            </a:r>
            <a:endParaRPr/>
          </a:p>
          <a:p>
            <a:pPr marL="457200" marR="0" lvl="0" indent="-457200" algn="l" rtl="0">
              <a:lnSpc>
                <a:spcPct val="150000"/>
              </a:lnSpc>
              <a:spcBef>
                <a:spcPts val="0"/>
              </a:spcBef>
              <a:spcAft>
                <a:spcPts val="0"/>
              </a:spcAft>
              <a:buClr>
                <a:schemeClr val="dk1"/>
              </a:buClr>
              <a:buSzPts val="2000"/>
              <a:buFont typeface="Tahoma"/>
              <a:buAutoNum type="arabicPeriod"/>
            </a:pPr>
            <a:r>
              <a:rPr lang="en-US" sz="2000">
                <a:solidFill>
                  <a:schemeClr val="dk1"/>
                </a:solidFill>
                <a:latin typeface="Tahoma"/>
                <a:ea typeface="Tahoma"/>
                <a:cs typeface="Tahoma"/>
                <a:sym typeface="Tahoma"/>
              </a:rPr>
              <a:t>Hamilton Family Center, a shelter for teenage runaways in San Francisco, </a:t>
            </a:r>
            <a:r>
              <a:rPr lang="en-US" sz="2000" b="1">
                <a:solidFill>
                  <a:schemeClr val="dk1"/>
                </a:solidFill>
                <a:latin typeface="Tahoma"/>
                <a:ea typeface="Tahoma"/>
                <a:cs typeface="Tahoma"/>
                <a:sym typeface="Tahoma"/>
              </a:rPr>
              <a:t>(offers/offer) </a:t>
            </a:r>
            <a:r>
              <a:rPr lang="en-US" sz="2000">
                <a:solidFill>
                  <a:schemeClr val="dk1"/>
                </a:solidFill>
                <a:latin typeface="Tahoma"/>
                <a:ea typeface="Tahoma"/>
                <a:cs typeface="Tahoma"/>
                <a:sym typeface="Tahoma"/>
              </a:rPr>
              <a:t>a wide variety of services.  </a:t>
            </a:r>
            <a:endParaRPr/>
          </a:p>
          <a:p>
            <a:pPr marL="457200" marR="0" lvl="0" indent="-457200" algn="l" rtl="0">
              <a:lnSpc>
                <a:spcPct val="150000"/>
              </a:lnSpc>
              <a:spcBef>
                <a:spcPts val="0"/>
              </a:spcBef>
              <a:spcAft>
                <a:spcPts val="0"/>
              </a:spcAft>
              <a:buClr>
                <a:schemeClr val="dk1"/>
              </a:buClr>
              <a:buSzPts val="2000"/>
              <a:buFont typeface="Tahoma"/>
              <a:buAutoNum type="arabicPeriod"/>
            </a:pPr>
            <a:r>
              <a:rPr lang="en-US" sz="2000">
                <a:solidFill>
                  <a:schemeClr val="dk1"/>
                </a:solidFill>
                <a:latin typeface="Tahoma"/>
                <a:ea typeface="Tahoma"/>
                <a:cs typeface="Tahoma"/>
                <a:sym typeface="Tahoma"/>
              </a:rPr>
              <a:t>The main source of income for Trinidad </a:t>
            </a:r>
            <a:r>
              <a:rPr lang="en-US" sz="2000" b="1">
                <a:solidFill>
                  <a:schemeClr val="dk1"/>
                </a:solidFill>
                <a:latin typeface="Tahoma"/>
                <a:ea typeface="Tahoma"/>
                <a:cs typeface="Tahoma"/>
                <a:sym typeface="Tahoma"/>
              </a:rPr>
              <a:t>(is/are) </a:t>
            </a:r>
            <a:r>
              <a:rPr lang="en-US" sz="2000">
                <a:solidFill>
                  <a:schemeClr val="dk1"/>
                </a:solidFill>
                <a:latin typeface="Tahoma"/>
                <a:ea typeface="Tahoma"/>
                <a:cs typeface="Tahoma"/>
                <a:sym typeface="Tahoma"/>
              </a:rPr>
              <a:t>oil and pitch.</a:t>
            </a:r>
            <a:endParaRPr/>
          </a:p>
          <a:p>
            <a:pPr marL="457200" marR="0" lvl="0" indent="-457200" algn="l" rtl="0">
              <a:lnSpc>
                <a:spcPct val="150000"/>
              </a:lnSpc>
              <a:spcBef>
                <a:spcPts val="0"/>
              </a:spcBef>
              <a:spcAft>
                <a:spcPts val="0"/>
              </a:spcAft>
              <a:buClr>
                <a:schemeClr val="dk1"/>
              </a:buClr>
              <a:buSzPts val="2000"/>
              <a:buFont typeface="Tahoma"/>
              <a:buAutoNum type="arabicPeriod"/>
            </a:pPr>
            <a:r>
              <a:rPr lang="en-US" sz="2000">
                <a:solidFill>
                  <a:schemeClr val="dk1"/>
                </a:solidFill>
                <a:latin typeface="Tahoma"/>
                <a:ea typeface="Tahoma"/>
                <a:cs typeface="Tahoma"/>
                <a:sym typeface="Tahoma"/>
              </a:rPr>
              <a:t>The chances of your being promoted </a:t>
            </a:r>
            <a:r>
              <a:rPr lang="en-US" sz="2000" b="1">
                <a:solidFill>
                  <a:schemeClr val="dk1"/>
                </a:solidFill>
                <a:latin typeface="Tahoma"/>
                <a:ea typeface="Tahoma"/>
                <a:cs typeface="Tahoma"/>
                <a:sym typeface="Tahoma"/>
              </a:rPr>
              <a:t>(is/are) </a:t>
            </a:r>
            <a:r>
              <a:rPr lang="en-US" sz="2000">
                <a:solidFill>
                  <a:schemeClr val="dk1"/>
                </a:solidFill>
                <a:latin typeface="Tahoma"/>
                <a:ea typeface="Tahoma"/>
                <a:cs typeface="Tahoma"/>
                <a:sym typeface="Tahoma"/>
              </a:rPr>
              <a:t>excellent. </a:t>
            </a:r>
            <a:endParaRPr/>
          </a:p>
          <a:p>
            <a:pPr marL="457200" marR="0" lvl="0" indent="-457200" algn="l" rtl="0">
              <a:lnSpc>
                <a:spcPct val="150000"/>
              </a:lnSpc>
              <a:spcBef>
                <a:spcPts val="0"/>
              </a:spcBef>
              <a:spcAft>
                <a:spcPts val="0"/>
              </a:spcAft>
              <a:buClr>
                <a:schemeClr val="dk1"/>
              </a:buClr>
              <a:buSzPts val="2000"/>
              <a:buFont typeface="Tahoma"/>
              <a:buAutoNum type="arabicPeriod"/>
            </a:pPr>
            <a:r>
              <a:rPr lang="en-US" sz="2000">
                <a:solidFill>
                  <a:schemeClr val="dk1"/>
                </a:solidFill>
                <a:latin typeface="Tahoma"/>
                <a:ea typeface="Tahoma"/>
                <a:cs typeface="Tahoma"/>
                <a:sym typeface="Tahoma"/>
              </a:rPr>
              <a:t>There </a:t>
            </a:r>
            <a:r>
              <a:rPr lang="en-US" sz="2000" b="1">
                <a:solidFill>
                  <a:schemeClr val="dk1"/>
                </a:solidFill>
                <a:latin typeface="Tahoma"/>
                <a:ea typeface="Tahoma"/>
                <a:cs typeface="Tahoma"/>
                <a:sym typeface="Tahoma"/>
              </a:rPr>
              <a:t>(was/were) </a:t>
            </a:r>
            <a:r>
              <a:rPr lang="en-US" sz="2000">
                <a:solidFill>
                  <a:schemeClr val="dk1"/>
                </a:solidFill>
                <a:latin typeface="Tahoma"/>
                <a:ea typeface="Tahoma"/>
                <a:cs typeface="Tahoma"/>
                <a:sym typeface="Tahoma"/>
              </a:rPr>
              <a:t>a Pokémon card stuck to the refrigerator. </a:t>
            </a:r>
            <a:endParaRPr/>
          </a:p>
          <a:p>
            <a:pPr marL="457200" marR="0" lvl="0" indent="-457200" algn="l" rtl="0">
              <a:lnSpc>
                <a:spcPct val="150000"/>
              </a:lnSpc>
              <a:spcBef>
                <a:spcPts val="0"/>
              </a:spcBef>
              <a:spcAft>
                <a:spcPts val="0"/>
              </a:spcAft>
              <a:buClr>
                <a:schemeClr val="dk1"/>
              </a:buClr>
              <a:buSzPts val="2000"/>
              <a:buFont typeface="Tahoma"/>
              <a:buAutoNum type="arabicPeriod"/>
            </a:pPr>
            <a:r>
              <a:rPr lang="en-US" sz="2000">
                <a:solidFill>
                  <a:schemeClr val="dk1"/>
                </a:solidFill>
                <a:latin typeface="Tahoma"/>
                <a:ea typeface="Tahoma"/>
                <a:cs typeface="Tahoma"/>
                <a:sym typeface="Tahoma"/>
              </a:rPr>
              <a:t>Neither the professor nor his assistants </a:t>
            </a:r>
            <a:r>
              <a:rPr lang="en-US" sz="2000" b="1">
                <a:solidFill>
                  <a:schemeClr val="dk1"/>
                </a:solidFill>
                <a:latin typeface="Tahoma"/>
                <a:ea typeface="Tahoma"/>
                <a:cs typeface="Tahoma"/>
                <a:sym typeface="Tahoma"/>
              </a:rPr>
              <a:t>(was/were) </a:t>
            </a:r>
            <a:r>
              <a:rPr lang="en-US" sz="2000">
                <a:solidFill>
                  <a:schemeClr val="dk1"/>
                </a:solidFill>
                <a:latin typeface="Tahoma"/>
                <a:ea typeface="Tahoma"/>
                <a:cs typeface="Tahoma"/>
                <a:sym typeface="Tahoma"/>
              </a:rPr>
              <a:t>able to solve the mystery of the eerie glow in the laboratory. </a:t>
            </a:r>
            <a:endParaRPr/>
          </a:p>
          <a:p>
            <a:pPr marL="457200" marR="0" lvl="0" indent="-457200" algn="l" rtl="0">
              <a:lnSpc>
                <a:spcPct val="150000"/>
              </a:lnSpc>
              <a:spcBef>
                <a:spcPts val="0"/>
              </a:spcBef>
              <a:spcAft>
                <a:spcPts val="0"/>
              </a:spcAft>
              <a:buClr>
                <a:schemeClr val="dk1"/>
              </a:buClr>
              <a:buSzPts val="2000"/>
              <a:buFont typeface="Tahoma"/>
              <a:buAutoNum type="arabicPeriod"/>
            </a:pPr>
            <a:r>
              <a:rPr lang="en-US" sz="2000">
                <a:solidFill>
                  <a:schemeClr val="dk1"/>
                </a:solidFill>
                <a:latin typeface="Tahoma"/>
                <a:ea typeface="Tahoma"/>
                <a:cs typeface="Tahoma"/>
                <a:sym typeface="Tahoma"/>
              </a:rPr>
              <a:t>Many hours at the driving range </a:t>
            </a:r>
            <a:r>
              <a:rPr lang="en-US" sz="2000" b="1">
                <a:solidFill>
                  <a:schemeClr val="dk1"/>
                </a:solidFill>
                <a:latin typeface="Tahoma"/>
                <a:ea typeface="Tahoma"/>
                <a:cs typeface="Tahoma"/>
                <a:sym typeface="Tahoma"/>
              </a:rPr>
              <a:t>(has/have) </a:t>
            </a:r>
            <a:r>
              <a:rPr lang="en-US" sz="2000">
                <a:solidFill>
                  <a:schemeClr val="dk1"/>
                </a:solidFill>
                <a:latin typeface="Tahoma"/>
                <a:ea typeface="Tahoma"/>
                <a:cs typeface="Tahoma"/>
                <a:sym typeface="Tahoma"/>
              </a:rPr>
              <a:t>led us to design golf balls with GPS locators in them. </a:t>
            </a:r>
            <a:endParaRPr/>
          </a:p>
          <a:p>
            <a:pPr marL="457200" marR="0" lvl="0" indent="-457200" algn="l" rtl="0">
              <a:lnSpc>
                <a:spcPct val="150000"/>
              </a:lnSpc>
              <a:spcBef>
                <a:spcPts val="0"/>
              </a:spcBef>
              <a:spcAft>
                <a:spcPts val="0"/>
              </a:spcAft>
              <a:buClr>
                <a:schemeClr val="dk1"/>
              </a:buClr>
              <a:buSzPts val="2000"/>
              <a:buFont typeface="Tahoma"/>
              <a:buAutoNum type="arabicPeriod"/>
            </a:pPr>
            <a:r>
              <a:rPr lang="en-US" sz="2000">
                <a:solidFill>
                  <a:schemeClr val="dk1"/>
                </a:solidFill>
                <a:latin typeface="Tahoma"/>
                <a:ea typeface="Tahoma"/>
                <a:cs typeface="Tahoma"/>
                <a:sym typeface="Tahoma"/>
              </a:rPr>
              <a:t>The board of directors, ignoring the wishes of the neighbourhood, </a:t>
            </a:r>
            <a:r>
              <a:rPr lang="en-US" sz="2000" b="1">
                <a:solidFill>
                  <a:schemeClr val="dk1"/>
                </a:solidFill>
                <a:latin typeface="Tahoma"/>
                <a:ea typeface="Tahoma"/>
                <a:cs typeface="Tahoma"/>
                <a:sym typeface="Tahoma"/>
              </a:rPr>
              <a:t>(has/have) </a:t>
            </a:r>
            <a:r>
              <a:rPr lang="en-US" sz="2000">
                <a:solidFill>
                  <a:schemeClr val="dk1"/>
                </a:solidFill>
                <a:latin typeface="Tahoma"/>
                <a:ea typeface="Tahoma"/>
                <a:cs typeface="Tahoma"/>
                <a:sym typeface="Tahoma"/>
              </a:rPr>
              <a:t>voted to allow further development</a:t>
            </a:r>
            <a:endParaRPr/>
          </a:p>
          <a:p>
            <a:pPr marL="457200" marR="0" lvl="0" indent="-457200" algn="l" rtl="0">
              <a:lnSpc>
                <a:spcPct val="150000"/>
              </a:lnSpc>
              <a:spcBef>
                <a:spcPts val="0"/>
              </a:spcBef>
              <a:spcAft>
                <a:spcPts val="0"/>
              </a:spcAft>
              <a:buClr>
                <a:schemeClr val="dk1"/>
              </a:buClr>
              <a:buSzPts val="2000"/>
              <a:buFont typeface="Tahoma"/>
              <a:buAutoNum type="arabicPeriod"/>
            </a:pPr>
            <a:r>
              <a:rPr lang="en-US" sz="2000">
                <a:solidFill>
                  <a:schemeClr val="dk1"/>
                </a:solidFill>
                <a:latin typeface="Tahoma"/>
                <a:ea typeface="Tahoma"/>
                <a:cs typeface="Tahoma"/>
                <a:sym typeface="Tahoma"/>
              </a:rPr>
              <a:t>Every year, during the midsummer festival, the smoke of village bonfires </a:t>
            </a:r>
            <a:r>
              <a:rPr lang="en-US" sz="2000" b="1">
                <a:solidFill>
                  <a:schemeClr val="dk1"/>
                </a:solidFill>
                <a:latin typeface="Tahoma"/>
                <a:ea typeface="Tahoma"/>
                <a:cs typeface="Tahoma"/>
                <a:sym typeface="Tahoma"/>
              </a:rPr>
              <a:t>(fills/fill) </a:t>
            </a:r>
            <a:r>
              <a:rPr lang="en-US" sz="2000">
                <a:solidFill>
                  <a:schemeClr val="dk1"/>
                </a:solidFill>
                <a:latin typeface="Tahoma"/>
                <a:ea typeface="Tahoma"/>
                <a:cs typeface="Tahoma"/>
                <a:sym typeface="Tahoma"/>
              </a:rPr>
              <a:t>the sky. </a:t>
            </a:r>
            <a:endParaRPr/>
          </a:p>
          <a:p>
            <a:pPr marL="457200" marR="0" lvl="0" indent="-457200" algn="l" rtl="0">
              <a:lnSpc>
                <a:spcPct val="150000"/>
              </a:lnSpc>
              <a:spcBef>
                <a:spcPts val="0"/>
              </a:spcBef>
              <a:spcAft>
                <a:spcPts val="0"/>
              </a:spcAft>
              <a:buClr>
                <a:schemeClr val="dk1"/>
              </a:buClr>
              <a:buSzPts val="2000"/>
              <a:buFont typeface="Tahoma"/>
              <a:buAutoNum type="arabicPeriod"/>
            </a:pPr>
            <a:r>
              <a:rPr lang="en-US" sz="2000">
                <a:solidFill>
                  <a:schemeClr val="dk1"/>
                </a:solidFill>
                <a:latin typeface="Tahoma"/>
                <a:ea typeface="Tahoma"/>
                <a:cs typeface="Tahoma"/>
                <a:sym typeface="Tahoma"/>
              </a:rPr>
              <a:t>The story performers </a:t>
            </a:r>
            <a:r>
              <a:rPr lang="en-US" sz="2000" b="1">
                <a:solidFill>
                  <a:schemeClr val="dk1"/>
                </a:solidFill>
                <a:latin typeface="Tahoma"/>
                <a:ea typeface="Tahoma"/>
                <a:cs typeface="Tahoma"/>
                <a:sym typeface="Tahoma"/>
              </a:rPr>
              <a:t>(was/were) </a:t>
            </a:r>
            <a:r>
              <a:rPr lang="en-US" sz="2000">
                <a:solidFill>
                  <a:schemeClr val="dk1"/>
                </a:solidFill>
                <a:latin typeface="Tahoma"/>
                <a:ea typeface="Tahoma"/>
                <a:cs typeface="Tahoma"/>
                <a:sym typeface="Tahoma"/>
              </a:rPr>
              <a:t>surrounded by children and adults eager to see magical tales.</a:t>
            </a:r>
            <a:endParaRPr/>
          </a:p>
        </p:txBody>
      </p:sp>
      <p:cxnSp>
        <p:nvCxnSpPr>
          <p:cNvPr id="135" name="Google Shape;135;p7"/>
          <p:cNvCxnSpPr/>
          <p:nvPr/>
        </p:nvCxnSpPr>
        <p:spPr>
          <a:xfrm>
            <a:off x="7017745" y="3205908"/>
            <a:ext cx="716096" cy="0"/>
          </a:xfrm>
          <a:prstGeom prst="straightConnector1">
            <a:avLst/>
          </a:prstGeom>
          <a:noFill/>
          <a:ln w="57150" cap="flat" cmpd="sng">
            <a:solidFill>
              <a:schemeClr val="accent2"/>
            </a:solidFill>
            <a:prstDash val="solid"/>
            <a:miter lim="800000"/>
            <a:headEnd type="none" w="sm" len="sm"/>
            <a:tailEnd type="none" w="sm" len="sm"/>
          </a:ln>
        </p:spPr>
      </p:cxnSp>
      <p:cxnSp>
        <p:nvCxnSpPr>
          <p:cNvPr id="136" name="Google Shape;136;p7"/>
          <p:cNvCxnSpPr/>
          <p:nvPr/>
        </p:nvCxnSpPr>
        <p:spPr>
          <a:xfrm>
            <a:off x="9285383" y="3699831"/>
            <a:ext cx="716096" cy="0"/>
          </a:xfrm>
          <a:prstGeom prst="straightConnector1">
            <a:avLst/>
          </a:prstGeom>
          <a:noFill/>
          <a:ln w="57150" cap="flat" cmpd="sng">
            <a:solidFill>
              <a:schemeClr val="accent2"/>
            </a:solidFill>
            <a:prstDash val="solid"/>
            <a:miter lim="800000"/>
            <a:headEnd type="none" w="sm" len="sm"/>
            <a:tailEnd type="none" w="sm" len="sm"/>
          </a:ln>
        </p:spPr>
      </p:cxnSp>
      <p:cxnSp>
        <p:nvCxnSpPr>
          <p:cNvPr id="137" name="Google Shape;137;p7"/>
          <p:cNvCxnSpPr/>
          <p:nvPr/>
        </p:nvCxnSpPr>
        <p:spPr>
          <a:xfrm>
            <a:off x="5370331" y="4127303"/>
            <a:ext cx="444347" cy="0"/>
          </a:xfrm>
          <a:prstGeom prst="straightConnector1">
            <a:avLst/>
          </a:prstGeom>
          <a:noFill/>
          <a:ln w="57150" cap="flat" cmpd="sng">
            <a:solidFill>
              <a:schemeClr val="accent2"/>
            </a:solidFill>
            <a:prstDash val="solid"/>
            <a:miter lim="800000"/>
            <a:headEnd type="none" w="sm" len="sm"/>
            <a:tailEnd type="none" w="sm" len="sm"/>
          </a:ln>
        </p:spPr>
      </p:cxnSp>
      <p:cxnSp>
        <p:nvCxnSpPr>
          <p:cNvPr id="138" name="Google Shape;138;p7"/>
          <p:cNvCxnSpPr/>
          <p:nvPr/>
        </p:nvCxnSpPr>
        <p:spPr>
          <a:xfrm>
            <a:off x="5535978" y="4612395"/>
            <a:ext cx="512284" cy="0"/>
          </a:xfrm>
          <a:prstGeom prst="straightConnector1">
            <a:avLst/>
          </a:prstGeom>
          <a:noFill/>
          <a:ln w="57150" cap="flat" cmpd="sng">
            <a:solidFill>
              <a:schemeClr val="accent2"/>
            </a:solidFill>
            <a:prstDash val="solid"/>
            <a:miter lim="800000"/>
            <a:headEnd type="none" w="sm" len="sm"/>
            <a:tailEnd type="none" w="sm" len="sm"/>
          </a:ln>
        </p:spPr>
      </p:cxnSp>
      <p:cxnSp>
        <p:nvCxnSpPr>
          <p:cNvPr id="139" name="Google Shape;139;p7"/>
          <p:cNvCxnSpPr/>
          <p:nvPr/>
        </p:nvCxnSpPr>
        <p:spPr>
          <a:xfrm>
            <a:off x="1639284" y="5042796"/>
            <a:ext cx="716096" cy="0"/>
          </a:xfrm>
          <a:prstGeom prst="straightConnector1">
            <a:avLst/>
          </a:prstGeom>
          <a:noFill/>
          <a:ln w="57150" cap="flat" cmpd="sng">
            <a:solidFill>
              <a:schemeClr val="accent2"/>
            </a:solidFill>
            <a:prstDash val="solid"/>
            <a:miter lim="800000"/>
            <a:headEnd type="none" w="sm" len="sm"/>
            <a:tailEnd type="none" w="sm" len="sm"/>
          </a:ln>
        </p:spPr>
      </p:cxnSp>
      <p:cxnSp>
        <p:nvCxnSpPr>
          <p:cNvPr id="140" name="Google Shape;140;p7"/>
          <p:cNvCxnSpPr/>
          <p:nvPr/>
        </p:nvCxnSpPr>
        <p:spPr>
          <a:xfrm>
            <a:off x="6143740" y="5482727"/>
            <a:ext cx="716096" cy="0"/>
          </a:xfrm>
          <a:prstGeom prst="straightConnector1">
            <a:avLst/>
          </a:prstGeom>
          <a:noFill/>
          <a:ln w="57150" cap="flat" cmpd="sng">
            <a:solidFill>
              <a:schemeClr val="accent2"/>
            </a:solidFill>
            <a:prstDash val="solid"/>
            <a:miter lim="800000"/>
            <a:headEnd type="none" w="sm" len="sm"/>
            <a:tailEnd type="none" w="sm" len="sm"/>
          </a:ln>
        </p:spPr>
      </p:cxnSp>
      <p:cxnSp>
        <p:nvCxnSpPr>
          <p:cNvPr id="141" name="Google Shape;141;p7"/>
          <p:cNvCxnSpPr/>
          <p:nvPr/>
        </p:nvCxnSpPr>
        <p:spPr>
          <a:xfrm>
            <a:off x="5203634" y="5967469"/>
            <a:ext cx="716096" cy="0"/>
          </a:xfrm>
          <a:prstGeom prst="straightConnector1">
            <a:avLst/>
          </a:prstGeom>
          <a:noFill/>
          <a:ln w="57150" cap="flat" cmpd="sng">
            <a:solidFill>
              <a:schemeClr val="accent2"/>
            </a:solidFill>
            <a:prstDash val="solid"/>
            <a:miter lim="800000"/>
            <a:headEnd type="none" w="sm" len="sm"/>
            <a:tailEnd type="none" w="sm" len="sm"/>
          </a:ln>
        </p:spPr>
      </p:cxnSp>
      <p:cxnSp>
        <p:nvCxnSpPr>
          <p:cNvPr id="142" name="Google Shape;142;p7"/>
          <p:cNvCxnSpPr/>
          <p:nvPr/>
        </p:nvCxnSpPr>
        <p:spPr>
          <a:xfrm>
            <a:off x="8476180" y="6417324"/>
            <a:ext cx="546636" cy="0"/>
          </a:xfrm>
          <a:prstGeom prst="straightConnector1">
            <a:avLst/>
          </a:prstGeom>
          <a:noFill/>
          <a:ln w="57150" cap="flat" cmpd="sng">
            <a:solidFill>
              <a:schemeClr val="accent2"/>
            </a:solidFill>
            <a:prstDash val="solid"/>
            <a:miter lim="800000"/>
            <a:headEnd type="none" w="sm" len="sm"/>
            <a:tailEnd type="none" w="sm" len="sm"/>
          </a:ln>
        </p:spPr>
      </p:cxnSp>
      <p:cxnSp>
        <p:nvCxnSpPr>
          <p:cNvPr id="143" name="Google Shape;143;p7"/>
          <p:cNvCxnSpPr/>
          <p:nvPr/>
        </p:nvCxnSpPr>
        <p:spPr>
          <a:xfrm>
            <a:off x="9188931" y="6878196"/>
            <a:ext cx="468549" cy="0"/>
          </a:xfrm>
          <a:prstGeom prst="straightConnector1">
            <a:avLst/>
          </a:prstGeom>
          <a:noFill/>
          <a:ln w="57150" cap="flat" cmpd="sng">
            <a:solidFill>
              <a:schemeClr val="accent2"/>
            </a:solidFill>
            <a:prstDash val="solid"/>
            <a:miter lim="800000"/>
            <a:headEnd type="none" w="sm" len="sm"/>
            <a:tailEnd type="none" w="sm" len="sm"/>
          </a:ln>
        </p:spPr>
      </p:cxnSp>
      <p:cxnSp>
        <p:nvCxnSpPr>
          <p:cNvPr id="144" name="Google Shape;144;p7"/>
          <p:cNvCxnSpPr/>
          <p:nvPr/>
        </p:nvCxnSpPr>
        <p:spPr>
          <a:xfrm>
            <a:off x="4104958" y="7368648"/>
            <a:ext cx="716096" cy="0"/>
          </a:xfrm>
          <a:prstGeom prst="straightConnector1">
            <a:avLst/>
          </a:prstGeom>
          <a:noFill/>
          <a:ln w="57150" cap="flat" cmpd="sng">
            <a:solidFill>
              <a:schemeClr val="accent2"/>
            </a:solidFill>
            <a:prstDash val="solid"/>
            <a:miter lim="800000"/>
            <a:headEnd type="none" w="sm" len="sm"/>
            <a:tailEnd type="none" w="sm" len="sm"/>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4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4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4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4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8"/>
          <p:cNvSpPr/>
          <p:nvPr/>
        </p:nvSpPr>
        <p:spPr>
          <a:xfrm>
            <a:off x="874275" y="432668"/>
            <a:ext cx="5362813" cy="670322"/>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333F70"/>
              </a:buClr>
              <a:buSzPts val="4200"/>
              <a:buFont typeface="Unbounded"/>
              <a:buNone/>
            </a:pPr>
            <a:r>
              <a:rPr lang="en-US" sz="4200" b="1">
                <a:solidFill>
                  <a:srgbClr val="333F70"/>
                </a:solidFill>
                <a:latin typeface="Unbounded"/>
                <a:ea typeface="Unbounded"/>
                <a:cs typeface="Unbounded"/>
                <a:sym typeface="Unbounded"/>
              </a:rPr>
              <a:t>Pronoun Usage</a:t>
            </a:r>
            <a:endParaRPr sz="4200">
              <a:solidFill>
                <a:schemeClr val="dk1"/>
              </a:solidFill>
              <a:latin typeface="Calibri"/>
              <a:ea typeface="Calibri"/>
              <a:cs typeface="Calibri"/>
              <a:sym typeface="Calibri"/>
            </a:endParaRPr>
          </a:p>
        </p:txBody>
      </p:sp>
      <p:sp>
        <p:nvSpPr>
          <p:cNvPr id="151" name="Google Shape;151;p8"/>
          <p:cNvSpPr/>
          <p:nvPr/>
        </p:nvSpPr>
        <p:spPr>
          <a:xfrm>
            <a:off x="594498" y="1345520"/>
            <a:ext cx="12555020" cy="686514"/>
          </a:xfrm>
          <a:prstGeom prst="rect">
            <a:avLst/>
          </a:prstGeom>
          <a:noFill/>
          <a:ln>
            <a:noFill/>
          </a:ln>
        </p:spPr>
        <p:txBody>
          <a:bodyPr spcFirstLastPara="1" wrap="square" lIns="0" tIns="0" rIns="0" bIns="0" anchor="t" anchorCtr="0">
            <a:noAutofit/>
          </a:bodyPr>
          <a:lstStyle/>
          <a:p>
            <a:pPr marL="0" marR="0" lvl="0" indent="0" algn="l" rtl="0">
              <a:lnSpc>
                <a:spcPct val="150000"/>
              </a:lnSpc>
              <a:spcBef>
                <a:spcPts val="0"/>
              </a:spcBef>
              <a:spcAft>
                <a:spcPts val="0"/>
              </a:spcAft>
              <a:buClr>
                <a:srgbClr val="333F70"/>
              </a:buClr>
              <a:buSzPts val="1800"/>
              <a:buFont typeface="Open Sans"/>
              <a:buNone/>
            </a:pPr>
            <a:r>
              <a:rPr lang="en-US" sz="1800">
                <a:solidFill>
                  <a:srgbClr val="333F70"/>
                </a:solidFill>
                <a:latin typeface="Open Sans"/>
                <a:ea typeface="Open Sans"/>
                <a:cs typeface="Open Sans"/>
                <a:sym typeface="Open Sans"/>
              </a:rPr>
              <a:t>Pronouns should clearly refer to their antecedents (the nouns they replace). Pronouns should also agree in gender and number with their antecedents</a:t>
            </a:r>
            <a:r>
              <a:rPr lang="en-US" sz="1650">
                <a:solidFill>
                  <a:srgbClr val="333F70"/>
                </a:solidFill>
                <a:latin typeface="Open Sans"/>
                <a:ea typeface="Open Sans"/>
                <a:cs typeface="Open Sans"/>
                <a:sym typeface="Open Sans"/>
              </a:rPr>
              <a:t>.</a:t>
            </a:r>
            <a:endParaRPr sz="1650">
              <a:solidFill>
                <a:schemeClr val="dk1"/>
              </a:solidFill>
              <a:latin typeface="Calibri"/>
              <a:ea typeface="Calibri"/>
              <a:cs typeface="Calibri"/>
              <a:sym typeface="Calibri"/>
            </a:endParaRPr>
          </a:p>
        </p:txBody>
      </p:sp>
      <p:pic>
        <p:nvPicPr>
          <p:cNvPr id="152" name="Google Shape;152;p8" descr="preencoded.png"/>
          <p:cNvPicPr preferRelativeResize="0"/>
          <p:nvPr/>
        </p:nvPicPr>
        <p:blipFill rotWithShape="1">
          <a:blip r:embed="rId3">
            <a:alphaModFix/>
          </a:blip>
          <a:srcRect/>
          <a:stretch/>
        </p:blipFill>
        <p:spPr>
          <a:xfrm>
            <a:off x="1100011" y="2202243"/>
            <a:ext cx="536258" cy="536258"/>
          </a:xfrm>
          <a:prstGeom prst="rect">
            <a:avLst/>
          </a:prstGeom>
          <a:noFill/>
          <a:ln>
            <a:noFill/>
          </a:ln>
        </p:spPr>
      </p:pic>
      <p:sp>
        <p:nvSpPr>
          <p:cNvPr id="153" name="Google Shape;153;p8"/>
          <p:cNvSpPr/>
          <p:nvPr/>
        </p:nvSpPr>
        <p:spPr>
          <a:xfrm>
            <a:off x="1099998" y="2952925"/>
            <a:ext cx="3375600" cy="335100"/>
          </a:xfrm>
          <a:prstGeom prst="rect">
            <a:avLst/>
          </a:prstGeom>
          <a:noFill/>
          <a:ln>
            <a:noFill/>
          </a:ln>
        </p:spPr>
        <p:txBody>
          <a:bodyPr spcFirstLastPara="1" wrap="square" lIns="0" tIns="0" rIns="0" bIns="0" anchor="t" anchorCtr="0">
            <a:noAutofit/>
          </a:bodyPr>
          <a:lstStyle/>
          <a:p>
            <a:pPr marL="0" marR="0" lvl="0" indent="0" algn="l" rtl="0">
              <a:lnSpc>
                <a:spcPct val="108333"/>
              </a:lnSpc>
              <a:spcBef>
                <a:spcPts val="0"/>
              </a:spcBef>
              <a:spcAft>
                <a:spcPts val="0"/>
              </a:spcAft>
              <a:buClr>
                <a:srgbClr val="333F70"/>
              </a:buClr>
              <a:buSzPts val="2400"/>
              <a:buFont typeface="Unbounded"/>
              <a:buNone/>
            </a:pPr>
            <a:r>
              <a:rPr lang="en-US" sz="2400" b="1">
                <a:solidFill>
                  <a:srgbClr val="333F70"/>
                </a:solidFill>
                <a:latin typeface="Unbounded"/>
                <a:ea typeface="Unbounded"/>
                <a:cs typeface="Unbounded"/>
                <a:sym typeface="Unbounded"/>
              </a:rPr>
              <a:t>Clear Reference</a:t>
            </a:r>
            <a:endParaRPr sz="2400">
              <a:solidFill>
                <a:schemeClr val="dk1"/>
              </a:solidFill>
              <a:latin typeface="Calibri"/>
              <a:ea typeface="Calibri"/>
              <a:cs typeface="Calibri"/>
              <a:sym typeface="Calibri"/>
            </a:endParaRPr>
          </a:p>
        </p:txBody>
      </p:sp>
      <p:sp>
        <p:nvSpPr>
          <p:cNvPr id="154" name="Google Shape;154;p8"/>
          <p:cNvSpPr/>
          <p:nvPr/>
        </p:nvSpPr>
        <p:spPr>
          <a:xfrm>
            <a:off x="594510" y="3637225"/>
            <a:ext cx="4000200" cy="686400"/>
          </a:xfrm>
          <a:prstGeom prst="rect">
            <a:avLst/>
          </a:prstGeom>
          <a:noFill/>
          <a:ln>
            <a:noFill/>
          </a:ln>
        </p:spPr>
        <p:txBody>
          <a:bodyPr spcFirstLastPara="1" wrap="square" lIns="0" tIns="0" rIns="0" bIns="0" anchor="t" anchorCtr="0">
            <a:noAutofit/>
          </a:bodyPr>
          <a:lstStyle/>
          <a:p>
            <a:pPr marL="0" marR="0" lvl="0" indent="0" algn="l" rtl="0">
              <a:lnSpc>
                <a:spcPct val="150000"/>
              </a:lnSpc>
              <a:spcBef>
                <a:spcPts val="0"/>
              </a:spcBef>
              <a:spcAft>
                <a:spcPts val="0"/>
              </a:spcAft>
              <a:buClr>
                <a:srgbClr val="333F70"/>
              </a:buClr>
              <a:buSzPts val="1800"/>
              <a:buFont typeface="Open Sans"/>
              <a:buNone/>
            </a:pPr>
            <a:r>
              <a:rPr lang="en-US" sz="1800">
                <a:solidFill>
                  <a:srgbClr val="333F70"/>
                </a:solidFill>
                <a:latin typeface="Open Sans"/>
                <a:ea typeface="Open Sans"/>
                <a:cs typeface="Open Sans"/>
                <a:sym typeface="Open Sans"/>
              </a:rPr>
              <a:t>Avoid ambiguous pronoun references.</a:t>
            </a:r>
            <a:endParaRPr sz="1800">
              <a:solidFill>
                <a:schemeClr val="dk1"/>
              </a:solidFill>
              <a:latin typeface="Calibri"/>
              <a:ea typeface="Calibri"/>
              <a:cs typeface="Calibri"/>
              <a:sym typeface="Calibri"/>
            </a:endParaRPr>
          </a:p>
        </p:txBody>
      </p:sp>
      <p:pic>
        <p:nvPicPr>
          <p:cNvPr id="155" name="Google Shape;155;p8" descr="preencoded.png"/>
          <p:cNvPicPr preferRelativeResize="0"/>
          <p:nvPr/>
        </p:nvPicPr>
        <p:blipFill rotWithShape="1">
          <a:blip r:embed="rId4">
            <a:alphaModFix/>
          </a:blip>
          <a:srcRect/>
          <a:stretch/>
        </p:blipFill>
        <p:spPr>
          <a:xfrm>
            <a:off x="5279133" y="2202243"/>
            <a:ext cx="536258" cy="536258"/>
          </a:xfrm>
          <a:prstGeom prst="rect">
            <a:avLst/>
          </a:prstGeom>
          <a:noFill/>
          <a:ln>
            <a:noFill/>
          </a:ln>
        </p:spPr>
      </p:pic>
      <p:sp>
        <p:nvSpPr>
          <p:cNvPr id="156" name="Google Shape;156;p8"/>
          <p:cNvSpPr/>
          <p:nvPr/>
        </p:nvSpPr>
        <p:spPr>
          <a:xfrm>
            <a:off x="5279133" y="2952932"/>
            <a:ext cx="2930265" cy="335161"/>
          </a:xfrm>
          <a:prstGeom prst="rect">
            <a:avLst/>
          </a:prstGeom>
          <a:noFill/>
          <a:ln>
            <a:noFill/>
          </a:ln>
        </p:spPr>
        <p:txBody>
          <a:bodyPr spcFirstLastPara="1" wrap="square" lIns="0" tIns="0" rIns="0" bIns="0" anchor="t" anchorCtr="0">
            <a:noAutofit/>
          </a:bodyPr>
          <a:lstStyle/>
          <a:p>
            <a:pPr marL="0" marR="0" lvl="0" indent="0" algn="l" rtl="0">
              <a:lnSpc>
                <a:spcPct val="108333"/>
              </a:lnSpc>
              <a:spcBef>
                <a:spcPts val="0"/>
              </a:spcBef>
              <a:spcAft>
                <a:spcPts val="0"/>
              </a:spcAft>
              <a:buClr>
                <a:srgbClr val="333F70"/>
              </a:buClr>
              <a:buSzPts val="2400"/>
              <a:buFont typeface="Unbounded"/>
              <a:buNone/>
            </a:pPr>
            <a:r>
              <a:rPr lang="en-US" sz="2400" b="1">
                <a:solidFill>
                  <a:srgbClr val="333F70"/>
                </a:solidFill>
                <a:latin typeface="Unbounded"/>
                <a:ea typeface="Unbounded"/>
                <a:cs typeface="Unbounded"/>
                <a:sym typeface="Unbounded"/>
              </a:rPr>
              <a:t>Agreement</a:t>
            </a:r>
            <a:endParaRPr sz="2400">
              <a:solidFill>
                <a:schemeClr val="dk1"/>
              </a:solidFill>
              <a:latin typeface="Calibri"/>
              <a:ea typeface="Calibri"/>
              <a:cs typeface="Calibri"/>
              <a:sym typeface="Calibri"/>
            </a:endParaRPr>
          </a:p>
        </p:txBody>
      </p:sp>
      <p:sp>
        <p:nvSpPr>
          <p:cNvPr id="157" name="Google Shape;157;p8"/>
          <p:cNvSpPr/>
          <p:nvPr/>
        </p:nvSpPr>
        <p:spPr>
          <a:xfrm>
            <a:off x="5279132" y="3416800"/>
            <a:ext cx="4000181" cy="686514"/>
          </a:xfrm>
          <a:prstGeom prst="rect">
            <a:avLst/>
          </a:prstGeom>
          <a:noFill/>
          <a:ln>
            <a:noFill/>
          </a:ln>
        </p:spPr>
        <p:txBody>
          <a:bodyPr spcFirstLastPara="1" wrap="square" lIns="0" tIns="0" rIns="0" bIns="0" anchor="t" anchorCtr="0">
            <a:noAutofit/>
          </a:bodyPr>
          <a:lstStyle/>
          <a:p>
            <a:pPr marL="0" marR="0" lvl="0" indent="0" algn="l" rtl="0">
              <a:lnSpc>
                <a:spcPct val="150000"/>
              </a:lnSpc>
              <a:spcBef>
                <a:spcPts val="0"/>
              </a:spcBef>
              <a:spcAft>
                <a:spcPts val="0"/>
              </a:spcAft>
              <a:buClr>
                <a:srgbClr val="333F70"/>
              </a:buClr>
              <a:buSzPts val="1800"/>
              <a:buFont typeface="Open Sans"/>
              <a:buNone/>
            </a:pPr>
            <a:r>
              <a:rPr lang="en-US" sz="1800">
                <a:solidFill>
                  <a:srgbClr val="333F70"/>
                </a:solidFill>
                <a:latin typeface="Open Sans"/>
                <a:ea typeface="Open Sans"/>
                <a:cs typeface="Open Sans"/>
                <a:sym typeface="Open Sans"/>
              </a:rPr>
              <a:t>Ensure pronouns agree with their nouns in gender and number.</a:t>
            </a:r>
            <a:endParaRPr sz="1800">
              <a:solidFill>
                <a:schemeClr val="dk1"/>
              </a:solidFill>
              <a:latin typeface="Calibri"/>
              <a:ea typeface="Calibri"/>
              <a:cs typeface="Calibri"/>
              <a:sym typeface="Calibri"/>
            </a:endParaRPr>
          </a:p>
        </p:txBody>
      </p:sp>
      <p:pic>
        <p:nvPicPr>
          <p:cNvPr id="158" name="Google Shape;158;p8" descr="preencoded.png"/>
          <p:cNvPicPr preferRelativeResize="0"/>
          <p:nvPr/>
        </p:nvPicPr>
        <p:blipFill rotWithShape="1">
          <a:blip r:embed="rId5">
            <a:alphaModFix/>
          </a:blip>
          <a:srcRect/>
          <a:stretch/>
        </p:blipFill>
        <p:spPr>
          <a:xfrm>
            <a:off x="10528171" y="2238944"/>
            <a:ext cx="586028" cy="536258"/>
          </a:xfrm>
          <a:prstGeom prst="rect">
            <a:avLst/>
          </a:prstGeom>
          <a:noFill/>
          <a:ln>
            <a:noFill/>
          </a:ln>
        </p:spPr>
      </p:pic>
      <p:sp>
        <p:nvSpPr>
          <p:cNvPr id="159" name="Google Shape;159;p8"/>
          <p:cNvSpPr/>
          <p:nvPr/>
        </p:nvSpPr>
        <p:spPr>
          <a:xfrm>
            <a:off x="10528171" y="2989633"/>
            <a:ext cx="2930265" cy="335161"/>
          </a:xfrm>
          <a:prstGeom prst="rect">
            <a:avLst/>
          </a:prstGeom>
          <a:noFill/>
          <a:ln>
            <a:noFill/>
          </a:ln>
        </p:spPr>
        <p:txBody>
          <a:bodyPr spcFirstLastPara="1" wrap="square" lIns="0" tIns="0" rIns="0" bIns="0" anchor="t" anchorCtr="0">
            <a:noAutofit/>
          </a:bodyPr>
          <a:lstStyle/>
          <a:p>
            <a:pPr marL="0" marR="0" lvl="0" indent="0" algn="l" rtl="0">
              <a:lnSpc>
                <a:spcPct val="108333"/>
              </a:lnSpc>
              <a:spcBef>
                <a:spcPts val="0"/>
              </a:spcBef>
              <a:spcAft>
                <a:spcPts val="0"/>
              </a:spcAft>
              <a:buClr>
                <a:srgbClr val="333F70"/>
              </a:buClr>
              <a:buSzPts val="2400"/>
              <a:buFont typeface="Unbounded"/>
              <a:buNone/>
            </a:pPr>
            <a:r>
              <a:rPr lang="en-US" sz="2400" b="1">
                <a:solidFill>
                  <a:srgbClr val="333F70"/>
                </a:solidFill>
                <a:latin typeface="Unbounded"/>
                <a:ea typeface="Unbounded"/>
                <a:cs typeface="Unbounded"/>
                <a:sym typeface="Unbounded"/>
              </a:rPr>
              <a:t>Specificity</a:t>
            </a:r>
            <a:endParaRPr sz="2400">
              <a:solidFill>
                <a:schemeClr val="dk1"/>
              </a:solidFill>
              <a:latin typeface="Calibri"/>
              <a:ea typeface="Calibri"/>
              <a:cs typeface="Calibri"/>
              <a:sym typeface="Calibri"/>
            </a:endParaRPr>
          </a:p>
        </p:txBody>
      </p:sp>
      <p:sp>
        <p:nvSpPr>
          <p:cNvPr id="160" name="Google Shape;160;p8"/>
          <p:cNvSpPr/>
          <p:nvPr/>
        </p:nvSpPr>
        <p:spPr>
          <a:xfrm>
            <a:off x="10528170" y="3453500"/>
            <a:ext cx="4000181" cy="686514"/>
          </a:xfrm>
          <a:prstGeom prst="rect">
            <a:avLst/>
          </a:prstGeom>
          <a:noFill/>
          <a:ln>
            <a:noFill/>
          </a:ln>
        </p:spPr>
        <p:txBody>
          <a:bodyPr spcFirstLastPara="1" wrap="square" lIns="0" tIns="0" rIns="0" bIns="0" anchor="t" anchorCtr="0">
            <a:noAutofit/>
          </a:bodyPr>
          <a:lstStyle/>
          <a:p>
            <a:pPr marL="0" marR="0" lvl="0" indent="0" algn="l" rtl="0">
              <a:lnSpc>
                <a:spcPct val="150000"/>
              </a:lnSpc>
              <a:spcBef>
                <a:spcPts val="0"/>
              </a:spcBef>
              <a:spcAft>
                <a:spcPts val="0"/>
              </a:spcAft>
              <a:buClr>
                <a:srgbClr val="333F70"/>
              </a:buClr>
              <a:buSzPts val="1800"/>
              <a:buFont typeface="Open Sans"/>
              <a:buNone/>
            </a:pPr>
            <a:r>
              <a:rPr lang="en-US" sz="1800">
                <a:solidFill>
                  <a:srgbClr val="333F70"/>
                </a:solidFill>
                <a:latin typeface="Open Sans"/>
                <a:ea typeface="Open Sans"/>
                <a:cs typeface="Open Sans"/>
                <a:sym typeface="Open Sans"/>
              </a:rPr>
              <a:t>Use specific pronouns instead of vague ones.</a:t>
            </a:r>
            <a:endParaRPr sz="1800">
              <a:solidFill>
                <a:schemeClr val="dk1"/>
              </a:solidFill>
              <a:latin typeface="Calibri"/>
              <a:ea typeface="Calibri"/>
              <a:cs typeface="Calibri"/>
              <a:sym typeface="Calibri"/>
            </a:endParaRPr>
          </a:p>
        </p:txBody>
      </p:sp>
      <p:pic>
        <p:nvPicPr>
          <p:cNvPr id="161" name="Google Shape;161;p8"/>
          <p:cNvPicPr preferRelativeResize="0"/>
          <p:nvPr/>
        </p:nvPicPr>
        <p:blipFill rotWithShape="1">
          <a:blip r:embed="rId6">
            <a:alphaModFix/>
          </a:blip>
          <a:srcRect/>
          <a:stretch/>
        </p:blipFill>
        <p:spPr>
          <a:xfrm>
            <a:off x="298908" y="4672859"/>
            <a:ext cx="10522277" cy="2581202"/>
          </a:xfrm>
          <a:prstGeom prst="rect">
            <a:avLst/>
          </a:prstGeom>
          <a:noFill/>
          <a:ln>
            <a:noFill/>
          </a:ln>
        </p:spPr>
      </p:pic>
      <p:pic>
        <p:nvPicPr>
          <p:cNvPr id="162" name="Google Shape;162;p8" descr="A red x on a black background&#10;&#10;AI-generated content may be incorrect."/>
          <p:cNvPicPr preferRelativeResize="0"/>
          <p:nvPr/>
        </p:nvPicPr>
        <p:blipFill rotWithShape="1">
          <a:blip r:embed="rId7">
            <a:alphaModFix/>
          </a:blip>
          <a:srcRect/>
          <a:stretch/>
        </p:blipFill>
        <p:spPr>
          <a:xfrm>
            <a:off x="13203249" y="5126922"/>
            <a:ext cx="1128243" cy="1306387"/>
          </a:xfrm>
          <a:prstGeom prst="rect">
            <a:avLst/>
          </a:prstGeom>
          <a:noFill/>
          <a:ln>
            <a:noFill/>
          </a:ln>
        </p:spPr>
      </p:pic>
      <p:sp>
        <p:nvSpPr>
          <p:cNvPr id="163" name="Google Shape;163;p8"/>
          <p:cNvSpPr txBox="1"/>
          <p:nvPr/>
        </p:nvSpPr>
        <p:spPr>
          <a:xfrm>
            <a:off x="11159724" y="5272283"/>
            <a:ext cx="2030812" cy="101566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b="1">
                <a:solidFill>
                  <a:srgbClr val="333F70"/>
                </a:solidFill>
                <a:latin typeface="Unbounded"/>
                <a:ea typeface="Unbounded"/>
                <a:cs typeface="Unbounded"/>
                <a:sym typeface="Unbounded"/>
              </a:rPr>
              <a:t>Do not use 1</a:t>
            </a:r>
            <a:r>
              <a:rPr lang="en-US" sz="2000" b="1" baseline="30000">
                <a:solidFill>
                  <a:srgbClr val="333F70"/>
                </a:solidFill>
                <a:latin typeface="Unbounded"/>
                <a:ea typeface="Unbounded"/>
                <a:cs typeface="Unbounded"/>
                <a:sym typeface="Unbounded"/>
              </a:rPr>
              <a:t>st</a:t>
            </a:r>
            <a:r>
              <a:rPr lang="en-US" sz="2000" b="1">
                <a:solidFill>
                  <a:srgbClr val="333F70"/>
                </a:solidFill>
                <a:latin typeface="Unbounded"/>
                <a:ea typeface="Unbounded"/>
                <a:cs typeface="Unbounded"/>
                <a:sym typeface="Unbounded"/>
              </a:rPr>
              <a:t> (I, we) or 2</a:t>
            </a:r>
            <a:r>
              <a:rPr lang="en-US" sz="2000" b="1" baseline="30000">
                <a:solidFill>
                  <a:srgbClr val="333F70"/>
                </a:solidFill>
                <a:latin typeface="Unbounded"/>
                <a:ea typeface="Unbounded"/>
                <a:cs typeface="Unbounded"/>
                <a:sym typeface="Unbounded"/>
              </a:rPr>
              <a:t>nd</a:t>
            </a:r>
            <a:r>
              <a:rPr lang="en-US" sz="2000" b="1">
                <a:solidFill>
                  <a:srgbClr val="333F70"/>
                </a:solidFill>
                <a:latin typeface="Unbounded"/>
                <a:ea typeface="Unbounded"/>
                <a:cs typeface="Unbounded"/>
                <a:sym typeface="Unbounded"/>
              </a:rPr>
              <a:t> (you) person pronouns</a:t>
            </a:r>
            <a:endParaRPr sz="200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9"/>
          <p:cNvSpPr txBox="1"/>
          <p:nvPr/>
        </p:nvSpPr>
        <p:spPr>
          <a:xfrm>
            <a:off x="3638894" y="2731357"/>
            <a:ext cx="6720702" cy="375487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a:solidFill>
                  <a:schemeClr val="dk1"/>
                </a:solidFill>
                <a:latin typeface="Calibri"/>
                <a:ea typeface="Calibri"/>
                <a:cs typeface="Calibri"/>
                <a:sym typeface="Calibri"/>
              </a:rPr>
              <a:t>Tina and Arial went to the mall after she finished her exam.</a:t>
            </a:r>
            <a:endParaRPr/>
          </a:p>
          <a:p>
            <a:pPr marL="0" marR="0" lvl="0" indent="0" algn="l" rtl="0">
              <a:spcBef>
                <a:spcPts val="0"/>
              </a:spcBef>
              <a:spcAft>
                <a:spcPts val="0"/>
              </a:spcAft>
              <a:buNone/>
            </a:pPr>
            <a:endParaRPr sz="2000">
              <a:solidFill>
                <a:schemeClr val="dk1"/>
              </a:solidFill>
              <a:latin typeface="Calibri"/>
              <a:ea typeface="Calibri"/>
              <a:cs typeface="Calibri"/>
              <a:sym typeface="Calibri"/>
            </a:endParaRPr>
          </a:p>
          <a:p>
            <a:pPr marL="0" marR="0" lvl="0" indent="0" algn="l" rtl="0">
              <a:spcBef>
                <a:spcPts val="0"/>
              </a:spcBef>
              <a:spcAft>
                <a:spcPts val="0"/>
              </a:spcAft>
              <a:buNone/>
            </a:pPr>
            <a:r>
              <a:rPr lang="en-US" sz="2000">
                <a:solidFill>
                  <a:schemeClr val="dk1"/>
                </a:solidFill>
                <a:latin typeface="Calibri"/>
                <a:ea typeface="Calibri"/>
                <a:cs typeface="Calibri"/>
                <a:sym typeface="Calibri"/>
              </a:rPr>
              <a:t>Tina and Arial went to the mall after she finished their exam.</a:t>
            </a:r>
            <a:endParaRPr/>
          </a:p>
          <a:p>
            <a:pPr marL="0" marR="0" lvl="0" indent="0" algn="l" rtl="0">
              <a:spcBef>
                <a:spcPts val="0"/>
              </a:spcBef>
              <a:spcAft>
                <a:spcPts val="0"/>
              </a:spcAft>
              <a:buNone/>
            </a:pPr>
            <a:endParaRPr sz="2000">
              <a:solidFill>
                <a:schemeClr val="dk1"/>
              </a:solidFill>
              <a:latin typeface="Calibri"/>
              <a:ea typeface="Calibri"/>
              <a:cs typeface="Calibri"/>
              <a:sym typeface="Calibri"/>
            </a:endParaRPr>
          </a:p>
          <a:p>
            <a:pPr marL="0" marR="0" lvl="0" indent="0" algn="l" rtl="0">
              <a:spcBef>
                <a:spcPts val="0"/>
              </a:spcBef>
              <a:spcAft>
                <a:spcPts val="0"/>
              </a:spcAft>
              <a:buNone/>
            </a:pPr>
            <a:r>
              <a:rPr lang="en-US" sz="2000">
                <a:solidFill>
                  <a:schemeClr val="dk1"/>
                </a:solidFill>
                <a:latin typeface="Calibri"/>
                <a:ea typeface="Calibri"/>
                <a:cs typeface="Calibri"/>
                <a:sym typeface="Calibri"/>
              </a:rPr>
              <a:t>Tina and Arial went to the mall after they finished their exam.</a:t>
            </a:r>
            <a:endParaRPr/>
          </a:p>
          <a:p>
            <a:pPr marL="0" marR="0" lvl="0" indent="0" algn="l" rtl="0">
              <a:spcBef>
                <a:spcPts val="0"/>
              </a:spcBef>
              <a:spcAft>
                <a:spcPts val="0"/>
              </a:spcAft>
              <a:buNone/>
            </a:pPr>
            <a:endParaRPr sz="2000">
              <a:solidFill>
                <a:schemeClr val="dk1"/>
              </a:solidFill>
              <a:latin typeface="Calibri"/>
              <a:ea typeface="Calibri"/>
              <a:cs typeface="Calibri"/>
              <a:sym typeface="Calibri"/>
            </a:endParaRPr>
          </a:p>
          <a:p>
            <a:pPr marL="0" marR="0" lvl="0" indent="0" algn="l" rtl="0">
              <a:spcBef>
                <a:spcPts val="0"/>
              </a:spcBef>
              <a:spcAft>
                <a:spcPts val="0"/>
              </a:spcAft>
              <a:buNone/>
            </a:pPr>
            <a:r>
              <a:rPr lang="en-US" sz="2000">
                <a:solidFill>
                  <a:schemeClr val="dk1"/>
                </a:solidFill>
                <a:latin typeface="Calibri"/>
                <a:ea typeface="Calibri"/>
                <a:cs typeface="Calibri"/>
                <a:sym typeface="Calibri"/>
              </a:rPr>
              <a:t>Tina and Arial went to the mall after Arial finished her exam.</a:t>
            </a:r>
            <a:endParaRPr/>
          </a:p>
          <a:p>
            <a:pPr marL="0" marR="0" lvl="0" indent="0" algn="l" rtl="0">
              <a:spcBef>
                <a:spcPts val="0"/>
              </a:spcBef>
              <a:spcAft>
                <a:spcPts val="0"/>
              </a:spcAft>
              <a:buNone/>
            </a:pPr>
            <a:endParaRPr sz="2000">
              <a:solidFill>
                <a:schemeClr val="dk1"/>
              </a:solidFill>
              <a:latin typeface="Calibri"/>
              <a:ea typeface="Calibri"/>
              <a:cs typeface="Calibri"/>
              <a:sym typeface="Calibri"/>
            </a:endParaRPr>
          </a:p>
          <a:p>
            <a:pPr marL="0" marR="0" lvl="0" indent="0" algn="l" rtl="0">
              <a:spcBef>
                <a:spcPts val="0"/>
              </a:spcBef>
              <a:spcAft>
                <a:spcPts val="0"/>
              </a:spcAft>
              <a:buNone/>
            </a:pPr>
            <a:r>
              <a:rPr lang="en-US" sz="2000">
                <a:solidFill>
                  <a:schemeClr val="dk1"/>
                </a:solidFill>
                <a:latin typeface="Calibri"/>
                <a:ea typeface="Calibri"/>
                <a:cs typeface="Calibri"/>
                <a:sym typeface="Calibri"/>
              </a:rPr>
              <a:t>Tina and Arial went to the mall after Tina finished her exam.</a:t>
            </a:r>
            <a:endParaRPr/>
          </a:p>
          <a:p>
            <a:pPr marL="0" marR="0" lvl="0" indent="0" algn="l" rtl="0">
              <a:spcBef>
                <a:spcPts val="0"/>
              </a:spcBef>
              <a:spcAft>
                <a:spcPts val="0"/>
              </a:spcAft>
              <a:buNone/>
            </a:pPr>
            <a:endParaRPr sz="2000">
              <a:solidFill>
                <a:schemeClr val="dk1"/>
              </a:solidFill>
              <a:latin typeface="Calibri"/>
              <a:ea typeface="Calibri"/>
              <a:cs typeface="Calibri"/>
              <a:sym typeface="Calibri"/>
            </a:endParaRPr>
          </a:p>
          <a:p>
            <a:pPr marL="0" marR="0" lvl="0" indent="0" algn="l" rtl="0">
              <a:spcBef>
                <a:spcPts val="0"/>
              </a:spcBef>
              <a:spcAft>
                <a:spcPts val="0"/>
              </a:spcAft>
              <a:buNone/>
            </a:pPr>
            <a:r>
              <a:rPr lang="en-US" sz="2000">
                <a:solidFill>
                  <a:schemeClr val="dk1"/>
                </a:solidFill>
                <a:latin typeface="Calibri"/>
                <a:ea typeface="Calibri"/>
                <a:cs typeface="Calibri"/>
                <a:sym typeface="Calibri"/>
              </a:rPr>
              <a:t>Tina and Arial went to the mall after they finished her exam.</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169" name="Google Shape;169;p9" descr="A green check mark on a black background&#10;&#10;AI-generated content may be incorrect."/>
          <p:cNvPicPr preferRelativeResize="0"/>
          <p:nvPr/>
        </p:nvPicPr>
        <p:blipFill rotWithShape="1">
          <a:blip r:embed="rId3">
            <a:alphaModFix/>
          </a:blip>
          <a:srcRect/>
          <a:stretch/>
        </p:blipFill>
        <p:spPr>
          <a:xfrm>
            <a:off x="10096238" y="3795047"/>
            <a:ext cx="679499" cy="603999"/>
          </a:xfrm>
          <a:prstGeom prst="rect">
            <a:avLst/>
          </a:prstGeom>
          <a:noFill/>
          <a:ln>
            <a:noFill/>
          </a:ln>
        </p:spPr>
      </p:pic>
      <p:pic>
        <p:nvPicPr>
          <p:cNvPr id="170" name="Google Shape;170;p9" descr="A green check mark on a black background&#10;&#10;AI-generated content may be incorrect."/>
          <p:cNvPicPr preferRelativeResize="0"/>
          <p:nvPr/>
        </p:nvPicPr>
        <p:blipFill rotWithShape="1">
          <a:blip r:embed="rId3">
            <a:alphaModFix/>
          </a:blip>
          <a:srcRect/>
          <a:stretch/>
        </p:blipFill>
        <p:spPr>
          <a:xfrm>
            <a:off x="10096238" y="4409886"/>
            <a:ext cx="679499" cy="603999"/>
          </a:xfrm>
          <a:prstGeom prst="rect">
            <a:avLst/>
          </a:prstGeom>
          <a:noFill/>
          <a:ln>
            <a:noFill/>
          </a:ln>
        </p:spPr>
      </p:pic>
      <p:pic>
        <p:nvPicPr>
          <p:cNvPr id="171" name="Google Shape;171;p9" descr="A green check mark on a black background&#10;&#10;AI-generated content may be incorrect."/>
          <p:cNvPicPr preferRelativeResize="0"/>
          <p:nvPr/>
        </p:nvPicPr>
        <p:blipFill rotWithShape="1">
          <a:blip r:embed="rId3">
            <a:alphaModFix/>
          </a:blip>
          <a:srcRect/>
          <a:stretch/>
        </p:blipFill>
        <p:spPr>
          <a:xfrm>
            <a:off x="10098205" y="5013885"/>
            <a:ext cx="679499" cy="603999"/>
          </a:xfrm>
          <a:prstGeom prst="rect">
            <a:avLst/>
          </a:prstGeom>
          <a:noFill/>
          <a:ln>
            <a:noFill/>
          </a:ln>
        </p:spPr>
      </p:pic>
      <p:pic>
        <p:nvPicPr>
          <p:cNvPr id="172" name="Google Shape;172;p9" descr="A red x on a black background&#10;&#10;AI-generated content may be incorrect."/>
          <p:cNvPicPr preferRelativeResize="0"/>
          <p:nvPr/>
        </p:nvPicPr>
        <p:blipFill rotWithShape="1">
          <a:blip r:embed="rId4">
            <a:alphaModFix/>
          </a:blip>
          <a:srcRect/>
          <a:stretch/>
        </p:blipFill>
        <p:spPr>
          <a:xfrm>
            <a:off x="3233828" y="3272106"/>
            <a:ext cx="474087" cy="548943"/>
          </a:xfrm>
          <a:prstGeom prst="rect">
            <a:avLst/>
          </a:prstGeom>
          <a:noFill/>
          <a:ln>
            <a:noFill/>
          </a:ln>
        </p:spPr>
      </p:pic>
      <p:pic>
        <p:nvPicPr>
          <p:cNvPr id="173" name="Google Shape;173;p9" descr="A red x on a black background&#10;&#10;AI-generated content may be incorrect."/>
          <p:cNvPicPr preferRelativeResize="0"/>
          <p:nvPr/>
        </p:nvPicPr>
        <p:blipFill rotWithShape="1">
          <a:blip r:embed="rId4">
            <a:alphaModFix/>
          </a:blip>
          <a:srcRect/>
          <a:stretch/>
        </p:blipFill>
        <p:spPr>
          <a:xfrm>
            <a:off x="3088415" y="5663392"/>
            <a:ext cx="474087" cy="548943"/>
          </a:xfrm>
          <a:prstGeom prst="rect">
            <a:avLst/>
          </a:prstGeom>
          <a:noFill/>
          <a:ln>
            <a:noFill/>
          </a:ln>
        </p:spPr>
      </p:pic>
      <p:sp>
        <p:nvSpPr>
          <p:cNvPr id="174" name="Google Shape;174;p9"/>
          <p:cNvSpPr txBox="1"/>
          <p:nvPr/>
        </p:nvSpPr>
        <p:spPr>
          <a:xfrm>
            <a:off x="473724" y="1133508"/>
            <a:ext cx="10576193"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Which of the following sentences is correct and which is not.</a:t>
            </a:r>
            <a:endParaRPr/>
          </a:p>
        </p:txBody>
      </p:sp>
      <p:sp>
        <p:nvSpPr>
          <p:cNvPr id="175" name="Google Shape;175;p9"/>
          <p:cNvSpPr/>
          <p:nvPr/>
        </p:nvSpPr>
        <p:spPr>
          <a:xfrm>
            <a:off x="473725" y="424729"/>
            <a:ext cx="8694658" cy="708779"/>
          </a:xfrm>
          <a:prstGeom prst="rect">
            <a:avLst/>
          </a:prstGeom>
          <a:noFill/>
          <a:ln>
            <a:noFill/>
          </a:ln>
        </p:spPr>
        <p:txBody>
          <a:bodyPr spcFirstLastPara="1" wrap="square" lIns="0" tIns="0" rIns="0" bIns="0" anchor="t" anchorCtr="0">
            <a:noAutofit/>
          </a:bodyPr>
          <a:lstStyle/>
          <a:p>
            <a:pPr marL="0" marR="0" lvl="0" indent="0" algn="l" rtl="0">
              <a:lnSpc>
                <a:spcPct val="124719"/>
              </a:lnSpc>
              <a:spcBef>
                <a:spcPts val="0"/>
              </a:spcBef>
              <a:spcAft>
                <a:spcPts val="0"/>
              </a:spcAft>
              <a:buClr>
                <a:srgbClr val="333F70"/>
              </a:buClr>
              <a:buSzPts val="4450"/>
              <a:buFont typeface="Unbounded"/>
              <a:buNone/>
            </a:pPr>
            <a:r>
              <a:rPr lang="en-US" sz="4450" b="1">
                <a:solidFill>
                  <a:srgbClr val="333F70"/>
                </a:solidFill>
                <a:latin typeface="Unbounded"/>
                <a:ea typeface="Unbounded"/>
                <a:cs typeface="Unbounded"/>
                <a:sym typeface="Unbounded"/>
              </a:rPr>
              <a:t>Practice:</a:t>
            </a:r>
            <a:endParaRPr sz="4450">
              <a:solidFill>
                <a:schemeClr val="dk1"/>
              </a:solidFill>
              <a:latin typeface="Calibri"/>
              <a:ea typeface="Calibri"/>
              <a:cs typeface="Calibri"/>
              <a:sym typeface="Calibri"/>
            </a:endParaRPr>
          </a:p>
        </p:txBody>
      </p:sp>
      <p:pic>
        <p:nvPicPr>
          <p:cNvPr id="176" name="Google Shape;176;p9" descr="A red x on a black background&#10;&#10;AI-generated content may be incorrect."/>
          <p:cNvPicPr preferRelativeResize="0"/>
          <p:nvPr/>
        </p:nvPicPr>
        <p:blipFill rotWithShape="1">
          <a:blip r:embed="rId4">
            <a:alphaModFix/>
          </a:blip>
          <a:srcRect/>
          <a:stretch/>
        </p:blipFill>
        <p:spPr>
          <a:xfrm>
            <a:off x="3233827" y="2639211"/>
            <a:ext cx="474087" cy="548943"/>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7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7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7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10"/>
          <p:cNvSpPr txBox="1"/>
          <p:nvPr/>
        </p:nvSpPr>
        <p:spPr>
          <a:xfrm>
            <a:off x="473724" y="1133508"/>
            <a:ext cx="10576193"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Complete the following sentences by selecting the correct pronoun.</a:t>
            </a:r>
            <a:endParaRPr/>
          </a:p>
        </p:txBody>
      </p:sp>
      <p:sp>
        <p:nvSpPr>
          <p:cNvPr id="182" name="Google Shape;182;p10"/>
          <p:cNvSpPr/>
          <p:nvPr/>
        </p:nvSpPr>
        <p:spPr>
          <a:xfrm>
            <a:off x="473725" y="424729"/>
            <a:ext cx="8694658" cy="708779"/>
          </a:xfrm>
          <a:prstGeom prst="rect">
            <a:avLst/>
          </a:prstGeom>
          <a:noFill/>
          <a:ln>
            <a:noFill/>
          </a:ln>
        </p:spPr>
        <p:txBody>
          <a:bodyPr spcFirstLastPara="1" wrap="square" lIns="0" tIns="0" rIns="0" bIns="0" anchor="t" anchorCtr="0">
            <a:noAutofit/>
          </a:bodyPr>
          <a:lstStyle/>
          <a:p>
            <a:pPr marL="0" marR="0" lvl="0" indent="0" algn="l" rtl="0">
              <a:lnSpc>
                <a:spcPct val="124719"/>
              </a:lnSpc>
              <a:spcBef>
                <a:spcPts val="0"/>
              </a:spcBef>
              <a:spcAft>
                <a:spcPts val="0"/>
              </a:spcAft>
              <a:buClr>
                <a:srgbClr val="333F70"/>
              </a:buClr>
              <a:buSzPts val="4450"/>
              <a:buFont typeface="Unbounded"/>
              <a:buNone/>
            </a:pPr>
            <a:r>
              <a:rPr lang="en-US" sz="4450" b="1">
                <a:solidFill>
                  <a:srgbClr val="333F70"/>
                </a:solidFill>
                <a:latin typeface="Unbounded"/>
                <a:ea typeface="Unbounded"/>
                <a:cs typeface="Unbounded"/>
                <a:sym typeface="Unbounded"/>
              </a:rPr>
              <a:t>Practice:</a:t>
            </a:r>
            <a:endParaRPr sz="4450">
              <a:solidFill>
                <a:schemeClr val="dk1"/>
              </a:solidFill>
              <a:latin typeface="Calibri"/>
              <a:ea typeface="Calibri"/>
              <a:cs typeface="Calibri"/>
              <a:sym typeface="Calibri"/>
            </a:endParaRPr>
          </a:p>
        </p:txBody>
      </p:sp>
      <p:sp>
        <p:nvSpPr>
          <p:cNvPr id="183" name="Google Shape;183;p10"/>
          <p:cNvSpPr txBox="1"/>
          <p:nvPr/>
        </p:nvSpPr>
        <p:spPr>
          <a:xfrm>
            <a:off x="1472464" y="2295274"/>
            <a:ext cx="12063600" cy="4556100"/>
          </a:xfrm>
          <a:prstGeom prst="rect">
            <a:avLst/>
          </a:prstGeom>
          <a:noFill/>
          <a:ln>
            <a:noFill/>
          </a:ln>
        </p:spPr>
        <p:txBody>
          <a:bodyPr spcFirstLastPara="1" wrap="square" lIns="91425" tIns="45700" rIns="91425" bIns="45700" anchor="t" anchorCtr="0">
            <a:spAutoFit/>
          </a:bodyPr>
          <a:lstStyle/>
          <a:p>
            <a:pPr marL="0" marR="0" lvl="0" indent="-127000" algn="l" rtl="0">
              <a:lnSpc>
                <a:spcPct val="150000"/>
              </a:lnSpc>
              <a:spcBef>
                <a:spcPts val="0"/>
              </a:spcBef>
              <a:spcAft>
                <a:spcPts val="0"/>
              </a:spcAft>
              <a:buClr>
                <a:srgbClr val="373D3F"/>
              </a:buClr>
              <a:buSzPts val="2000"/>
              <a:buFont typeface="Calibri"/>
              <a:buAutoNum type="arabicPeriod"/>
            </a:pPr>
            <a:r>
              <a:rPr lang="en-US" sz="2000" b="0" i="0" dirty="0">
                <a:solidFill>
                  <a:srgbClr val="373D3F"/>
                </a:solidFill>
                <a:latin typeface="Tahoma"/>
                <a:ea typeface="Tahoma"/>
                <a:cs typeface="Tahoma"/>
                <a:sym typeface="Tahoma"/>
              </a:rPr>
              <a:t> In the current economy, nobody wants to waste ________ money on frivolous things.</a:t>
            </a:r>
            <a:endParaRPr dirty="0"/>
          </a:p>
          <a:p>
            <a:pPr marL="0" marR="0" lvl="0" indent="-127000" algn="l" rtl="0">
              <a:lnSpc>
                <a:spcPct val="150000"/>
              </a:lnSpc>
              <a:spcBef>
                <a:spcPts val="0"/>
              </a:spcBef>
              <a:spcAft>
                <a:spcPts val="0"/>
              </a:spcAft>
              <a:buClr>
                <a:srgbClr val="373D3F"/>
              </a:buClr>
              <a:buSzPts val="2000"/>
              <a:buFont typeface="Calibri"/>
              <a:buAutoNum type="arabicPeriod"/>
            </a:pPr>
            <a:r>
              <a:rPr lang="en-US" sz="2000" b="0" i="0" dirty="0">
                <a:solidFill>
                  <a:srgbClr val="373D3F"/>
                </a:solidFill>
                <a:latin typeface="Tahoma"/>
                <a:ea typeface="Tahoma"/>
                <a:cs typeface="Tahoma"/>
                <a:sym typeface="Tahoma"/>
              </a:rPr>
              <a:t> If anybody chooses to go to medical school, ________ must be prepared to work long hours.</a:t>
            </a:r>
            <a:endParaRPr dirty="0"/>
          </a:p>
          <a:p>
            <a:pPr marL="0" marR="0" lvl="0" indent="-127000" algn="l" rtl="0">
              <a:lnSpc>
                <a:spcPct val="150000"/>
              </a:lnSpc>
              <a:spcBef>
                <a:spcPts val="0"/>
              </a:spcBef>
              <a:spcAft>
                <a:spcPts val="0"/>
              </a:spcAft>
              <a:buClr>
                <a:srgbClr val="373D3F"/>
              </a:buClr>
              <a:buSzPts val="2000"/>
              <a:buFont typeface="Calibri"/>
              <a:buAutoNum type="arabicPeriod"/>
            </a:pPr>
            <a:r>
              <a:rPr lang="en-US" sz="2000" b="0" i="0" dirty="0">
                <a:solidFill>
                  <a:srgbClr val="373D3F"/>
                </a:solidFill>
                <a:latin typeface="Tahoma"/>
                <a:ea typeface="Tahoma"/>
                <a:cs typeface="Tahoma"/>
                <a:sym typeface="Tahoma"/>
              </a:rPr>
              <a:t> The plumbing crew did ________ best to repair the broken pipes before the next ice storm.</a:t>
            </a:r>
            <a:endParaRPr dirty="0"/>
          </a:p>
          <a:p>
            <a:pPr marL="0" marR="0" lvl="0" indent="-127000" algn="l" rtl="0">
              <a:lnSpc>
                <a:spcPct val="150000"/>
              </a:lnSpc>
              <a:spcBef>
                <a:spcPts val="0"/>
              </a:spcBef>
              <a:spcAft>
                <a:spcPts val="0"/>
              </a:spcAft>
              <a:buClr>
                <a:srgbClr val="373D3F"/>
              </a:buClr>
              <a:buSzPts val="2000"/>
              <a:buFont typeface="Calibri"/>
              <a:buAutoNum type="arabicPeriod"/>
            </a:pPr>
            <a:r>
              <a:rPr lang="en-US" sz="2000" b="0" i="0" dirty="0">
                <a:solidFill>
                  <a:srgbClr val="373D3F"/>
                </a:solidFill>
                <a:latin typeface="Tahoma"/>
                <a:ea typeface="Tahoma"/>
                <a:cs typeface="Tahoma"/>
                <a:sym typeface="Tahoma"/>
              </a:rPr>
              <a:t> If someone is rude to you, try giving ________ a smile in return.</a:t>
            </a:r>
            <a:endParaRPr dirty="0"/>
          </a:p>
          <a:p>
            <a:pPr marL="0" marR="0" lvl="0" indent="-127000" algn="l" rtl="0">
              <a:lnSpc>
                <a:spcPct val="150000"/>
              </a:lnSpc>
              <a:spcBef>
                <a:spcPts val="0"/>
              </a:spcBef>
              <a:spcAft>
                <a:spcPts val="0"/>
              </a:spcAft>
              <a:buClr>
                <a:srgbClr val="373D3F"/>
              </a:buClr>
              <a:buSzPts val="2000"/>
              <a:buFont typeface="Calibri"/>
              <a:buAutoNum type="arabicPeriod"/>
            </a:pPr>
            <a:r>
              <a:rPr lang="en-US" sz="2000" b="0" i="0" dirty="0">
                <a:solidFill>
                  <a:srgbClr val="373D3F"/>
                </a:solidFill>
                <a:latin typeface="Tahoma"/>
                <a:ea typeface="Tahoma"/>
                <a:cs typeface="Tahoma"/>
                <a:sym typeface="Tahoma"/>
              </a:rPr>
              <a:t> My family members have ________ mistakes, but I still love them no matter what.</a:t>
            </a:r>
            <a:endParaRPr dirty="0"/>
          </a:p>
          <a:p>
            <a:pPr marL="0" marR="0" lvl="0" indent="-127000" algn="l" rtl="0">
              <a:lnSpc>
                <a:spcPct val="150000"/>
              </a:lnSpc>
              <a:spcBef>
                <a:spcPts val="0"/>
              </a:spcBef>
              <a:spcAft>
                <a:spcPts val="0"/>
              </a:spcAft>
              <a:buClr>
                <a:srgbClr val="373D3F"/>
              </a:buClr>
              <a:buSzPts val="2000"/>
              <a:buFont typeface="Calibri"/>
              <a:buAutoNum type="arabicPeriod"/>
            </a:pPr>
            <a:r>
              <a:rPr lang="en-US" sz="2000" b="0" i="0" dirty="0">
                <a:solidFill>
                  <a:srgbClr val="373D3F"/>
                </a:solidFill>
                <a:latin typeface="Tahoma"/>
                <a:ea typeface="Tahoma"/>
                <a:cs typeface="Tahoma"/>
                <a:sym typeface="Tahoma"/>
              </a:rPr>
              <a:t> The school of education plans to train ________ students to be literacy tutors.</a:t>
            </a:r>
            <a:endParaRPr dirty="0"/>
          </a:p>
          <a:p>
            <a:pPr marL="0" marR="0" lvl="0" indent="-127000" algn="l" rtl="0">
              <a:lnSpc>
                <a:spcPct val="150000"/>
              </a:lnSpc>
              <a:spcBef>
                <a:spcPts val="0"/>
              </a:spcBef>
              <a:spcAft>
                <a:spcPts val="0"/>
              </a:spcAft>
              <a:buClr>
                <a:srgbClr val="373D3F"/>
              </a:buClr>
              <a:buSzPts val="2000"/>
              <a:buFont typeface="Calibri"/>
              <a:buAutoNum type="arabicPeriod"/>
            </a:pPr>
            <a:r>
              <a:rPr lang="en-US" sz="2000" b="0" i="0" dirty="0">
                <a:solidFill>
                  <a:srgbClr val="373D3F"/>
                </a:solidFill>
                <a:latin typeface="Tahoma"/>
                <a:ea typeface="Tahoma"/>
                <a:cs typeface="Tahoma"/>
                <a:sym typeface="Tahoma"/>
              </a:rPr>
              <a:t> The commencement speaker said that each student has a responsibility toward ________.</a:t>
            </a:r>
            <a:endParaRPr dirty="0"/>
          </a:p>
          <a:p>
            <a:pPr marL="0" marR="0" lvl="0" indent="-127000" algn="l" rtl="0">
              <a:lnSpc>
                <a:spcPct val="150000"/>
              </a:lnSpc>
              <a:spcBef>
                <a:spcPts val="0"/>
              </a:spcBef>
              <a:spcAft>
                <a:spcPts val="0"/>
              </a:spcAft>
              <a:buClr>
                <a:srgbClr val="373D3F"/>
              </a:buClr>
              <a:buSzPts val="2000"/>
              <a:buFont typeface="Calibri"/>
              <a:buAutoNum type="arabicPeriod"/>
            </a:pPr>
            <a:r>
              <a:rPr lang="en-US" sz="2000" b="0" i="0" dirty="0">
                <a:solidFill>
                  <a:srgbClr val="373D3F"/>
                </a:solidFill>
                <a:latin typeface="Tahoma"/>
                <a:ea typeface="Tahoma"/>
                <a:cs typeface="Tahoma"/>
                <a:sym typeface="Tahoma"/>
              </a:rPr>
              <a:t> My mother’s singing group has ________ rehearsals on Thursday evenings.</a:t>
            </a:r>
            <a:endParaRPr dirty="0"/>
          </a:p>
          <a:p>
            <a:pPr marL="0" marR="0" lvl="0" indent="-127000" algn="l" rtl="0">
              <a:lnSpc>
                <a:spcPct val="150000"/>
              </a:lnSpc>
              <a:spcBef>
                <a:spcPts val="0"/>
              </a:spcBef>
              <a:spcAft>
                <a:spcPts val="0"/>
              </a:spcAft>
              <a:buClr>
                <a:srgbClr val="373D3F"/>
              </a:buClr>
              <a:buSzPts val="2000"/>
              <a:buFont typeface="Calibri"/>
              <a:buAutoNum type="arabicPeriod"/>
            </a:pPr>
            <a:r>
              <a:rPr lang="en-US" sz="2000" b="0" i="0" dirty="0">
                <a:solidFill>
                  <a:srgbClr val="373D3F"/>
                </a:solidFill>
                <a:latin typeface="Tahoma"/>
                <a:ea typeface="Tahoma"/>
                <a:cs typeface="Tahoma"/>
                <a:sym typeface="Tahoma"/>
              </a:rPr>
              <a:t> Dana should not suffer ________ pain alone.</a:t>
            </a:r>
            <a:endParaRPr dirty="0"/>
          </a:p>
          <a:p>
            <a:pPr marL="0" marR="0" lvl="0" indent="-127000" algn="l" rtl="0">
              <a:lnSpc>
                <a:spcPct val="150000"/>
              </a:lnSpc>
              <a:spcBef>
                <a:spcPts val="0"/>
              </a:spcBef>
              <a:spcAft>
                <a:spcPts val="0"/>
              </a:spcAft>
              <a:buClr>
                <a:srgbClr val="373D3F"/>
              </a:buClr>
              <a:buSzPts val="2000"/>
              <a:buFont typeface="Calibri"/>
              <a:buAutoNum type="arabicPeriod"/>
            </a:pPr>
            <a:r>
              <a:rPr lang="en-US" sz="2000" b="0" i="0" dirty="0">
                <a:solidFill>
                  <a:srgbClr val="373D3F"/>
                </a:solidFill>
                <a:latin typeface="Tahoma"/>
                <a:ea typeface="Tahoma"/>
                <a:cs typeface="Tahoma"/>
                <a:sym typeface="Tahoma"/>
              </a:rPr>
              <a:t> I thought the flock of birds lost ________ way in the storm.</a:t>
            </a:r>
            <a:endParaRPr dirty="0"/>
          </a:p>
        </p:txBody>
      </p:sp>
      <p:sp>
        <p:nvSpPr>
          <p:cNvPr id="184" name="Google Shape;184;p10"/>
          <p:cNvSpPr txBox="1"/>
          <p:nvPr/>
        </p:nvSpPr>
        <p:spPr>
          <a:xfrm>
            <a:off x="7504264" y="2398261"/>
            <a:ext cx="870333"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i="0">
                <a:solidFill>
                  <a:srgbClr val="548135"/>
                </a:solidFill>
                <a:latin typeface="Tahoma"/>
                <a:ea typeface="Tahoma"/>
                <a:cs typeface="Tahoma"/>
                <a:sym typeface="Tahoma"/>
              </a:rPr>
              <a:t>their</a:t>
            </a:r>
            <a:r>
              <a:rPr lang="en-US" sz="1800" b="0" i="0">
                <a:solidFill>
                  <a:srgbClr val="373D3F"/>
                </a:solidFill>
                <a:latin typeface="Tahoma"/>
                <a:ea typeface="Tahoma"/>
                <a:cs typeface="Tahoma"/>
                <a:sym typeface="Tahoma"/>
              </a:rPr>
              <a:t> </a:t>
            </a:r>
            <a:endParaRPr sz="1800">
              <a:solidFill>
                <a:schemeClr val="dk1"/>
              </a:solidFill>
              <a:latin typeface="Calibri"/>
              <a:ea typeface="Calibri"/>
              <a:cs typeface="Calibri"/>
              <a:sym typeface="Calibri"/>
            </a:endParaRPr>
          </a:p>
        </p:txBody>
      </p:sp>
      <p:sp>
        <p:nvSpPr>
          <p:cNvPr id="185" name="Google Shape;185;p10"/>
          <p:cNvSpPr txBox="1"/>
          <p:nvPr/>
        </p:nvSpPr>
        <p:spPr>
          <a:xfrm>
            <a:off x="6993118" y="2870580"/>
            <a:ext cx="870333"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i="0">
                <a:solidFill>
                  <a:srgbClr val="548135"/>
                </a:solidFill>
                <a:latin typeface="Tahoma"/>
                <a:ea typeface="Tahoma"/>
                <a:cs typeface="Tahoma"/>
                <a:sym typeface="Tahoma"/>
              </a:rPr>
              <a:t>they</a:t>
            </a:r>
            <a:r>
              <a:rPr lang="en-US" sz="1800" b="0" i="0">
                <a:solidFill>
                  <a:srgbClr val="373D3F"/>
                </a:solidFill>
                <a:latin typeface="Tahoma"/>
                <a:ea typeface="Tahoma"/>
                <a:cs typeface="Tahoma"/>
                <a:sym typeface="Tahoma"/>
              </a:rPr>
              <a:t> </a:t>
            </a:r>
            <a:endParaRPr sz="1800">
              <a:solidFill>
                <a:schemeClr val="dk1"/>
              </a:solidFill>
              <a:latin typeface="Calibri"/>
              <a:ea typeface="Calibri"/>
              <a:cs typeface="Calibri"/>
              <a:sym typeface="Calibri"/>
            </a:endParaRPr>
          </a:p>
        </p:txBody>
      </p:sp>
      <p:sp>
        <p:nvSpPr>
          <p:cNvPr id="186" name="Google Shape;186;p10"/>
          <p:cNvSpPr txBox="1"/>
          <p:nvPr/>
        </p:nvSpPr>
        <p:spPr>
          <a:xfrm>
            <a:off x="4584851" y="3293588"/>
            <a:ext cx="870333"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i="0" dirty="0">
                <a:solidFill>
                  <a:srgbClr val="548135"/>
                </a:solidFill>
                <a:latin typeface="Tahoma"/>
                <a:ea typeface="Tahoma"/>
                <a:cs typeface="Tahoma"/>
                <a:sym typeface="Tahoma"/>
              </a:rPr>
              <a:t>their</a:t>
            </a:r>
            <a:r>
              <a:rPr lang="en-US" sz="1800" b="0" i="0" dirty="0">
                <a:solidFill>
                  <a:srgbClr val="373D3F"/>
                </a:solidFill>
                <a:latin typeface="Tahoma"/>
                <a:ea typeface="Tahoma"/>
                <a:cs typeface="Tahoma"/>
                <a:sym typeface="Tahoma"/>
              </a:rPr>
              <a:t> </a:t>
            </a:r>
            <a:endParaRPr sz="1800" dirty="0">
              <a:solidFill>
                <a:schemeClr val="dk1"/>
              </a:solidFill>
              <a:latin typeface="Calibri"/>
              <a:ea typeface="Calibri"/>
              <a:cs typeface="Calibri"/>
              <a:sym typeface="Calibri"/>
            </a:endParaRPr>
          </a:p>
        </p:txBody>
      </p:sp>
      <p:sp>
        <p:nvSpPr>
          <p:cNvPr id="187" name="Google Shape;187;p10"/>
          <p:cNvSpPr txBox="1"/>
          <p:nvPr/>
        </p:nvSpPr>
        <p:spPr>
          <a:xfrm>
            <a:off x="6122785" y="3777397"/>
            <a:ext cx="870333"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i="0" dirty="0">
                <a:solidFill>
                  <a:srgbClr val="548135"/>
                </a:solidFill>
                <a:latin typeface="Tahoma"/>
                <a:ea typeface="Tahoma"/>
                <a:cs typeface="Tahoma"/>
                <a:sym typeface="Tahoma"/>
              </a:rPr>
              <a:t>them</a:t>
            </a:r>
            <a:endParaRPr sz="1800" dirty="0">
              <a:solidFill>
                <a:schemeClr val="dk1"/>
              </a:solidFill>
              <a:latin typeface="Calibri"/>
              <a:ea typeface="Calibri"/>
              <a:cs typeface="Calibri"/>
              <a:sym typeface="Calibri"/>
            </a:endParaRPr>
          </a:p>
        </p:txBody>
      </p:sp>
      <p:sp>
        <p:nvSpPr>
          <p:cNvPr id="188" name="Google Shape;188;p10"/>
          <p:cNvSpPr txBox="1"/>
          <p:nvPr/>
        </p:nvSpPr>
        <p:spPr>
          <a:xfrm>
            <a:off x="4772134" y="4232521"/>
            <a:ext cx="870333"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i="0" dirty="0">
                <a:solidFill>
                  <a:srgbClr val="548135"/>
                </a:solidFill>
                <a:latin typeface="Tahoma"/>
                <a:ea typeface="Tahoma"/>
                <a:cs typeface="Tahoma"/>
                <a:sym typeface="Tahoma"/>
              </a:rPr>
              <a:t>their</a:t>
            </a:r>
            <a:r>
              <a:rPr lang="en-US" sz="1800" b="0" i="0" dirty="0">
                <a:solidFill>
                  <a:srgbClr val="373D3F"/>
                </a:solidFill>
                <a:latin typeface="Tahoma"/>
                <a:ea typeface="Tahoma"/>
                <a:cs typeface="Tahoma"/>
                <a:sym typeface="Tahoma"/>
              </a:rPr>
              <a:t> </a:t>
            </a:r>
            <a:endParaRPr sz="1800" dirty="0">
              <a:solidFill>
                <a:schemeClr val="dk1"/>
              </a:solidFill>
              <a:latin typeface="Calibri"/>
              <a:ea typeface="Calibri"/>
              <a:cs typeface="Calibri"/>
              <a:sym typeface="Calibri"/>
            </a:endParaRPr>
          </a:p>
        </p:txBody>
      </p:sp>
      <p:sp>
        <p:nvSpPr>
          <p:cNvPr id="189" name="Google Shape;189;p10"/>
          <p:cNvSpPr txBox="1"/>
          <p:nvPr/>
        </p:nvSpPr>
        <p:spPr>
          <a:xfrm>
            <a:off x="6325517" y="4685930"/>
            <a:ext cx="870333"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dirty="0">
                <a:solidFill>
                  <a:srgbClr val="548135"/>
                </a:solidFill>
                <a:latin typeface="Tahoma"/>
                <a:ea typeface="Tahoma"/>
                <a:cs typeface="Tahoma"/>
                <a:sym typeface="Tahoma"/>
              </a:rPr>
              <a:t>its</a:t>
            </a:r>
            <a:endParaRPr sz="1800" dirty="0">
              <a:solidFill>
                <a:schemeClr val="dk1"/>
              </a:solidFill>
              <a:latin typeface="Calibri"/>
              <a:ea typeface="Calibri"/>
              <a:cs typeface="Calibri"/>
              <a:sym typeface="Calibri"/>
            </a:endParaRPr>
          </a:p>
        </p:txBody>
      </p:sp>
      <p:sp>
        <p:nvSpPr>
          <p:cNvPr id="190" name="Google Shape;190;p10"/>
          <p:cNvSpPr txBox="1"/>
          <p:nvPr/>
        </p:nvSpPr>
        <p:spPr>
          <a:xfrm>
            <a:off x="10709101" y="5139242"/>
            <a:ext cx="1533300" cy="369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i="0" dirty="0">
                <a:solidFill>
                  <a:srgbClr val="548135"/>
                </a:solidFill>
                <a:latin typeface="Tahoma"/>
                <a:ea typeface="Tahoma"/>
                <a:cs typeface="Tahoma"/>
                <a:sym typeface="Tahoma"/>
              </a:rPr>
              <a:t>themselves </a:t>
            </a:r>
            <a:r>
              <a:rPr lang="en-US" sz="1800" b="0" i="0" dirty="0">
                <a:solidFill>
                  <a:srgbClr val="373D3F"/>
                </a:solidFill>
                <a:latin typeface="Tahoma"/>
                <a:ea typeface="Tahoma"/>
                <a:cs typeface="Tahoma"/>
                <a:sym typeface="Tahoma"/>
              </a:rPr>
              <a:t> </a:t>
            </a:r>
            <a:endParaRPr sz="1800" dirty="0">
              <a:solidFill>
                <a:schemeClr val="dk1"/>
              </a:solidFill>
              <a:latin typeface="Calibri"/>
              <a:ea typeface="Calibri"/>
              <a:cs typeface="Calibri"/>
              <a:sym typeface="Calibri"/>
            </a:endParaRPr>
          </a:p>
        </p:txBody>
      </p:sp>
      <p:sp>
        <p:nvSpPr>
          <p:cNvPr id="191" name="Google Shape;191;p10"/>
          <p:cNvSpPr txBox="1"/>
          <p:nvPr/>
        </p:nvSpPr>
        <p:spPr>
          <a:xfrm>
            <a:off x="5455184" y="5608287"/>
            <a:ext cx="870333"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rgbClr val="548135"/>
                </a:solidFill>
                <a:latin typeface="Tahoma"/>
                <a:ea typeface="Tahoma"/>
                <a:cs typeface="Tahoma"/>
                <a:sym typeface="Tahoma"/>
              </a:rPr>
              <a:t>its</a:t>
            </a:r>
            <a:endParaRPr sz="1800">
              <a:solidFill>
                <a:schemeClr val="dk1"/>
              </a:solidFill>
              <a:latin typeface="Calibri"/>
              <a:ea typeface="Calibri"/>
              <a:cs typeface="Calibri"/>
              <a:sym typeface="Calibri"/>
            </a:endParaRPr>
          </a:p>
        </p:txBody>
      </p:sp>
      <p:sp>
        <p:nvSpPr>
          <p:cNvPr id="192" name="Google Shape;192;p10"/>
          <p:cNvSpPr txBox="1"/>
          <p:nvPr/>
        </p:nvSpPr>
        <p:spPr>
          <a:xfrm>
            <a:off x="4584851" y="6063411"/>
            <a:ext cx="870333"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dirty="0">
                <a:solidFill>
                  <a:srgbClr val="548135"/>
                </a:solidFill>
                <a:latin typeface="Tahoma"/>
                <a:ea typeface="Tahoma"/>
                <a:cs typeface="Tahoma"/>
                <a:sym typeface="Tahoma"/>
              </a:rPr>
              <a:t>her</a:t>
            </a:r>
            <a:r>
              <a:rPr lang="en-US" sz="1800" b="0" i="0" dirty="0">
                <a:solidFill>
                  <a:srgbClr val="373D3F"/>
                </a:solidFill>
                <a:latin typeface="Tahoma"/>
                <a:ea typeface="Tahoma"/>
                <a:cs typeface="Tahoma"/>
                <a:sym typeface="Tahoma"/>
              </a:rPr>
              <a:t> </a:t>
            </a:r>
            <a:endParaRPr sz="1800" dirty="0">
              <a:solidFill>
                <a:schemeClr val="dk1"/>
              </a:solidFill>
              <a:latin typeface="Calibri"/>
              <a:ea typeface="Calibri"/>
              <a:cs typeface="Calibri"/>
              <a:sym typeface="Calibri"/>
            </a:endParaRPr>
          </a:p>
        </p:txBody>
      </p:sp>
      <p:sp>
        <p:nvSpPr>
          <p:cNvPr id="193" name="Google Shape;193;p10"/>
          <p:cNvSpPr txBox="1"/>
          <p:nvPr/>
        </p:nvSpPr>
        <p:spPr>
          <a:xfrm>
            <a:off x="5687618" y="6516820"/>
            <a:ext cx="870333"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dirty="0">
                <a:solidFill>
                  <a:srgbClr val="548135"/>
                </a:solidFill>
                <a:latin typeface="Tahoma"/>
                <a:ea typeface="Tahoma"/>
                <a:cs typeface="Tahoma"/>
                <a:sym typeface="Tahoma"/>
              </a:rPr>
              <a:t>its</a:t>
            </a:r>
            <a:endParaRPr sz="1800" dirty="0">
              <a:solidFill>
                <a:schemeClr val="dk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8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8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8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9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9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9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9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p11"/>
          <p:cNvSpPr/>
          <p:nvPr/>
        </p:nvSpPr>
        <p:spPr>
          <a:xfrm>
            <a:off x="3536989" y="142622"/>
            <a:ext cx="7556400" cy="1417500"/>
          </a:xfrm>
          <a:prstGeom prst="rect">
            <a:avLst/>
          </a:prstGeom>
          <a:noFill/>
          <a:ln>
            <a:noFill/>
          </a:ln>
        </p:spPr>
        <p:txBody>
          <a:bodyPr spcFirstLastPara="1" wrap="square" lIns="0" tIns="0" rIns="0" bIns="0" anchor="t" anchorCtr="0">
            <a:noAutofit/>
          </a:bodyPr>
          <a:lstStyle/>
          <a:p>
            <a:pPr marL="0" marR="0" lvl="0" indent="0" algn="ctr" rtl="0">
              <a:lnSpc>
                <a:spcPct val="124719"/>
              </a:lnSpc>
              <a:spcBef>
                <a:spcPts val="0"/>
              </a:spcBef>
              <a:spcAft>
                <a:spcPts val="0"/>
              </a:spcAft>
              <a:buClr>
                <a:srgbClr val="FF0000"/>
              </a:buClr>
              <a:buSzPts val="4450"/>
              <a:buFont typeface="Unbounded"/>
              <a:buNone/>
            </a:pPr>
            <a:r>
              <a:rPr lang="en-US" sz="4450" b="1">
                <a:solidFill>
                  <a:srgbClr val="FF0000"/>
                </a:solidFill>
                <a:latin typeface="Unbounded"/>
                <a:ea typeface="Unbounded"/>
                <a:cs typeface="Unbounded"/>
                <a:sym typeface="Unbounded"/>
              </a:rPr>
              <a:t>Avoiding Passive Voice</a:t>
            </a:r>
            <a:endParaRPr sz="4450">
              <a:solidFill>
                <a:srgbClr val="FF0000"/>
              </a:solidFill>
              <a:latin typeface="Calibri"/>
              <a:ea typeface="Calibri"/>
              <a:cs typeface="Calibri"/>
              <a:sym typeface="Calibri"/>
            </a:endParaRPr>
          </a:p>
        </p:txBody>
      </p:sp>
      <p:sp>
        <p:nvSpPr>
          <p:cNvPr id="200" name="Google Shape;200;p11"/>
          <p:cNvSpPr/>
          <p:nvPr/>
        </p:nvSpPr>
        <p:spPr>
          <a:xfrm>
            <a:off x="992093" y="1676528"/>
            <a:ext cx="12933227" cy="1088708"/>
          </a:xfrm>
          <a:prstGeom prst="rect">
            <a:avLst/>
          </a:prstGeom>
          <a:noFill/>
          <a:ln>
            <a:noFill/>
          </a:ln>
        </p:spPr>
        <p:txBody>
          <a:bodyPr spcFirstLastPara="1" wrap="square" lIns="0" tIns="0" rIns="0" bIns="0" anchor="t" anchorCtr="0">
            <a:noAutofit/>
          </a:bodyPr>
          <a:lstStyle/>
          <a:p>
            <a:pPr marL="0" marR="0" lvl="0" indent="0" algn="l" rtl="0">
              <a:lnSpc>
                <a:spcPct val="142500"/>
              </a:lnSpc>
              <a:spcBef>
                <a:spcPts val="0"/>
              </a:spcBef>
              <a:spcAft>
                <a:spcPts val="0"/>
              </a:spcAft>
              <a:buClr>
                <a:srgbClr val="333F70"/>
              </a:buClr>
              <a:buSzPts val="2000"/>
              <a:buFont typeface="Open Sans"/>
              <a:buNone/>
            </a:pPr>
            <a:r>
              <a:rPr lang="en-US" sz="2000">
                <a:solidFill>
                  <a:srgbClr val="333F70"/>
                </a:solidFill>
                <a:latin typeface="Open Sans"/>
                <a:ea typeface="Open Sans"/>
                <a:cs typeface="Open Sans"/>
                <a:sym typeface="Open Sans"/>
              </a:rPr>
              <a:t>Passive voice often makes writing wordy and indirect. Active voice is generally preferred in academic writing because it is more direct and concise.</a:t>
            </a:r>
            <a:endParaRPr sz="2000">
              <a:solidFill>
                <a:schemeClr val="dk1"/>
              </a:solidFill>
              <a:latin typeface="Calibri"/>
              <a:ea typeface="Calibri"/>
              <a:cs typeface="Calibri"/>
              <a:sym typeface="Calibri"/>
            </a:endParaRPr>
          </a:p>
        </p:txBody>
      </p:sp>
      <p:sp>
        <p:nvSpPr>
          <p:cNvPr id="201" name="Google Shape;201;p11"/>
          <p:cNvSpPr/>
          <p:nvPr/>
        </p:nvSpPr>
        <p:spPr>
          <a:xfrm>
            <a:off x="3382754" y="2881628"/>
            <a:ext cx="7556400" cy="2041800"/>
          </a:xfrm>
          <a:prstGeom prst="roundRect">
            <a:avLst>
              <a:gd name="adj" fmla="val 4666"/>
            </a:avLst>
          </a:prstGeom>
          <a:noFill/>
          <a:ln w="9525" cap="flat" cmpd="sng">
            <a:solidFill>
              <a:srgbClr val="000000">
                <a:alpha val="7843"/>
              </a:srgb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02" name="Google Shape;202;p11"/>
          <p:cNvSpPr/>
          <p:nvPr/>
        </p:nvSpPr>
        <p:spPr>
          <a:xfrm>
            <a:off x="3390374" y="2889248"/>
            <a:ext cx="7541181" cy="1013222"/>
          </a:xfrm>
          <a:prstGeom prst="rect">
            <a:avLst/>
          </a:prstGeom>
          <a:solidFill>
            <a:srgbClr val="FFFFFF">
              <a:alpha val="3921"/>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03" name="Google Shape;203;p11"/>
          <p:cNvSpPr/>
          <p:nvPr/>
        </p:nvSpPr>
        <p:spPr>
          <a:xfrm>
            <a:off x="3617188" y="3032957"/>
            <a:ext cx="3313152" cy="362903"/>
          </a:xfrm>
          <a:prstGeom prst="rect">
            <a:avLst/>
          </a:prstGeom>
          <a:noFill/>
          <a:ln>
            <a:noFill/>
          </a:ln>
        </p:spPr>
        <p:txBody>
          <a:bodyPr spcFirstLastPara="1" wrap="square" lIns="0" tIns="0" rIns="0" bIns="0" anchor="t" anchorCtr="0">
            <a:noAutofit/>
          </a:bodyPr>
          <a:lstStyle/>
          <a:p>
            <a:pPr marL="0" marR="0" lvl="0" indent="0" algn="l" rtl="0">
              <a:lnSpc>
                <a:spcPct val="162857"/>
              </a:lnSpc>
              <a:spcBef>
                <a:spcPts val="0"/>
              </a:spcBef>
              <a:spcAft>
                <a:spcPts val="0"/>
              </a:spcAft>
              <a:buClr>
                <a:srgbClr val="333F70"/>
              </a:buClr>
              <a:buSzPts val="1750"/>
              <a:buFont typeface="Open Sans"/>
              <a:buNone/>
            </a:pPr>
            <a:r>
              <a:rPr lang="en-US" sz="1750">
                <a:solidFill>
                  <a:srgbClr val="333F70"/>
                </a:solidFill>
                <a:latin typeface="Open Sans"/>
                <a:ea typeface="Open Sans"/>
                <a:cs typeface="Open Sans"/>
                <a:sym typeface="Open Sans"/>
              </a:rPr>
              <a:t>Passive Voice</a:t>
            </a:r>
            <a:endParaRPr sz="1750">
              <a:solidFill>
                <a:schemeClr val="dk1"/>
              </a:solidFill>
              <a:latin typeface="Calibri"/>
              <a:ea typeface="Calibri"/>
              <a:cs typeface="Calibri"/>
              <a:sym typeface="Calibri"/>
            </a:endParaRPr>
          </a:p>
        </p:txBody>
      </p:sp>
      <p:sp>
        <p:nvSpPr>
          <p:cNvPr id="204" name="Google Shape;204;p11"/>
          <p:cNvSpPr/>
          <p:nvPr/>
        </p:nvSpPr>
        <p:spPr>
          <a:xfrm>
            <a:off x="7391588" y="3032957"/>
            <a:ext cx="3313152" cy="725805"/>
          </a:xfrm>
          <a:prstGeom prst="rect">
            <a:avLst/>
          </a:prstGeom>
          <a:noFill/>
          <a:ln>
            <a:noFill/>
          </a:ln>
        </p:spPr>
        <p:txBody>
          <a:bodyPr spcFirstLastPara="1" wrap="square" lIns="0" tIns="0" rIns="0" bIns="0" anchor="t" anchorCtr="0">
            <a:noAutofit/>
          </a:bodyPr>
          <a:lstStyle/>
          <a:p>
            <a:pPr marL="0" marR="0" lvl="0" indent="0" algn="l" rtl="0">
              <a:lnSpc>
                <a:spcPct val="162857"/>
              </a:lnSpc>
              <a:spcBef>
                <a:spcPts val="0"/>
              </a:spcBef>
              <a:spcAft>
                <a:spcPts val="0"/>
              </a:spcAft>
              <a:buClr>
                <a:srgbClr val="333F70"/>
              </a:buClr>
              <a:buSzPts val="1750"/>
              <a:buFont typeface="Open Sans"/>
              <a:buNone/>
            </a:pPr>
            <a:r>
              <a:rPr lang="en-US" sz="1750">
                <a:solidFill>
                  <a:srgbClr val="333F70"/>
                </a:solidFill>
                <a:latin typeface="Open Sans"/>
                <a:ea typeface="Open Sans"/>
                <a:cs typeface="Open Sans"/>
                <a:sym typeface="Open Sans"/>
              </a:rPr>
              <a:t>The experiment was conducted by the researchers.</a:t>
            </a:r>
            <a:endParaRPr sz="1750">
              <a:solidFill>
                <a:schemeClr val="dk1"/>
              </a:solidFill>
              <a:latin typeface="Calibri"/>
              <a:ea typeface="Calibri"/>
              <a:cs typeface="Calibri"/>
              <a:sym typeface="Calibri"/>
            </a:endParaRPr>
          </a:p>
        </p:txBody>
      </p:sp>
      <p:sp>
        <p:nvSpPr>
          <p:cNvPr id="205" name="Google Shape;205;p11"/>
          <p:cNvSpPr/>
          <p:nvPr/>
        </p:nvSpPr>
        <p:spPr>
          <a:xfrm>
            <a:off x="3390374" y="3902470"/>
            <a:ext cx="7541181" cy="1013222"/>
          </a:xfrm>
          <a:prstGeom prst="rect">
            <a:avLst/>
          </a:prstGeom>
          <a:solidFill>
            <a:srgbClr val="000000">
              <a:alpha val="3921"/>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06" name="Google Shape;206;p11"/>
          <p:cNvSpPr/>
          <p:nvPr/>
        </p:nvSpPr>
        <p:spPr>
          <a:xfrm>
            <a:off x="3617188" y="4046179"/>
            <a:ext cx="3313152" cy="362903"/>
          </a:xfrm>
          <a:prstGeom prst="rect">
            <a:avLst/>
          </a:prstGeom>
          <a:noFill/>
          <a:ln>
            <a:noFill/>
          </a:ln>
        </p:spPr>
        <p:txBody>
          <a:bodyPr spcFirstLastPara="1" wrap="square" lIns="0" tIns="0" rIns="0" bIns="0" anchor="t" anchorCtr="0">
            <a:noAutofit/>
          </a:bodyPr>
          <a:lstStyle/>
          <a:p>
            <a:pPr marL="0" marR="0" lvl="0" indent="0" algn="l" rtl="0">
              <a:lnSpc>
                <a:spcPct val="162857"/>
              </a:lnSpc>
              <a:spcBef>
                <a:spcPts val="0"/>
              </a:spcBef>
              <a:spcAft>
                <a:spcPts val="0"/>
              </a:spcAft>
              <a:buClr>
                <a:srgbClr val="333F70"/>
              </a:buClr>
              <a:buSzPts val="1750"/>
              <a:buFont typeface="Open Sans"/>
              <a:buNone/>
            </a:pPr>
            <a:r>
              <a:rPr lang="en-US" sz="1750">
                <a:solidFill>
                  <a:srgbClr val="333F70"/>
                </a:solidFill>
                <a:latin typeface="Open Sans"/>
                <a:ea typeface="Open Sans"/>
                <a:cs typeface="Open Sans"/>
                <a:sym typeface="Open Sans"/>
              </a:rPr>
              <a:t>Active Voice</a:t>
            </a:r>
            <a:endParaRPr sz="1750">
              <a:solidFill>
                <a:schemeClr val="dk1"/>
              </a:solidFill>
              <a:latin typeface="Calibri"/>
              <a:ea typeface="Calibri"/>
              <a:cs typeface="Calibri"/>
              <a:sym typeface="Calibri"/>
            </a:endParaRPr>
          </a:p>
        </p:txBody>
      </p:sp>
      <p:sp>
        <p:nvSpPr>
          <p:cNvPr id="207" name="Google Shape;207;p11"/>
          <p:cNvSpPr/>
          <p:nvPr/>
        </p:nvSpPr>
        <p:spPr>
          <a:xfrm>
            <a:off x="7391588" y="4046179"/>
            <a:ext cx="3313152" cy="725805"/>
          </a:xfrm>
          <a:prstGeom prst="rect">
            <a:avLst/>
          </a:prstGeom>
          <a:noFill/>
          <a:ln>
            <a:noFill/>
          </a:ln>
        </p:spPr>
        <p:txBody>
          <a:bodyPr spcFirstLastPara="1" wrap="square" lIns="0" tIns="0" rIns="0" bIns="0" anchor="t" anchorCtr="0">
            <a:noAutofit/>
          </a:bodyPr>
          <a:lstStyle/>
          <a:p>
            <a:pPr marL="0" marR="0" lvl="0" indent="0" algn="l" rtl="0">
              <a:lnSpc>
                <a:spcPct val="162857"/>
              </a:lnSpc>
              <a:spcBef>
                <a:spcPts val="0"/>
              </a:spcBef>
              <a:spcAft>
                <a:spcPts val="0"/>
              </a:spcAft>
              <a:buClr>
                <a:srgbClr val="333F70"/>
              </a:buClr>
              <a:buSzPts val="1750"/>
              <a:buFont typeface="Open Sans"/>
              <a:buNone/>
            </a:pPr>
            <a:r>
              <a:rPr lang="en-US" sz="1750">
                <a:solidFill>
                  <a:srgbClr val="333F70"/>
                </a:solidFill>
                <a:latin typeface="Open Sans"/>
                <a:ea typeface="Open Sans"/>
                <a:cs typeface="Open Sans"/>
                <a:sym typeface="Open Sans"/>
              </a:rPr>
              <a:t>The researchers conducted the experiment.</a:t>
            </a:r>
            <a:endParaRPr sz="1750">
              <a:solidFill>
                <a:schemeClr val="dk1"/>
              </a:solidFill>
              <a:latin typeface="Calibri"/>
              <a:ea typeface="Calibri"/>
              <a:cs typeface="Calibri"/>
              <a:sym typeface="Calibri"/>
            </a:endParaRPr>
          </a:p>
        </p:txBody>
      </p:sp>
      <p:pic>
        <p:nvPicPr>
          <p:cNvPr id="208" name="Google Shape;208;p11" descr="A wooden sign with white text&#10;&#10;AI-generated content may be incorrect."/>
          <p:cNvPicPr preferRelativeResize="0"/>
          <p:nvPr/>
        </p:nvPicPr>
        <p:blipFill rotWithShape="1">
          <a:blip r:embed="rId3">
            <a:alphaModFix/>
          </a:blip>
          <a:srcRect/>
          <a:stretch/>
        </p:blipFill>
        <p:spPr>
          <a:xfrm>
            <a:off x="3105076" y="4470580"/>
            <a:ext cx="7681329" cy="3835232"/>
          </a:xfrm>
          <a:prstGeom prst="rect">
            <a:avLst/>
          </a:prstGeom>
          <a:noFill/>
          <a:ln>
            <a:noFill/>
          </a:ln>
        </p:spPr>
      </p:pic>
      <p:pic>
        <p:nvPicPr>
          <p:cNvPr id="209" name="Google Shape;209;p11" descr="A green check mark on a black background&#10;&#10;AI-generated content may be incorrect."/>
          <p:cNvPicPr preferRelativeResize="0"/>
          <p:nvPr/>
        </p:nvPicPr>
        <p:blipFill rotWithShape="1">
          <a:blip r:embed="rId4">
            <a:alphaModFix/>
          </a:blip>
          <a:srcRect/>
          <a:stretch/>
        </p:blipFill>
        <p:spPr>
          <a:xfrm>
            <a:off x="10931555" y="5344824"/>
            <a:ext cx="1375124" cy="1222332"/>
          </a:xfrm>
          <a:prstGeom prst="rect">
            <a:avLst/>
          </a:prstGeom>
          <a:noFill/>
          <a:ln>
            <a:noFill/>
          </a:ln>
        </p:spPr>
      </p:pic>
      <p:pic>
        <p:nvPicPr>
          <p:cNvPr id="210" name="Google Shape;210;p11" descr="A red x on a black background&#10;&#10;AI-generated content may be incorrect."/>
          <p:cNvPicPr preferRelativeResize="0"/>
          <p:nvPr/>
        </p:nvPicPr>
        <p:blipFill rotWithShape="1">
          <a:blip r:embed="rId5">
            <a:alphaModFix/>
          </a:blip>
          <a:srcRect/>
          <a:stretch/>
        </p:blipFill>
        <p:spPr>
          <a:xfrm>
            <a:off x="1976833" y="5380310"/>
            <a:ext cx="1128243" cy="1306387"/>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Google Shape;215;p12"/>
          <p:cNvSpPr txBox="1"/>
          <p:nvPr/>
        </p:nvSpPr>
        <p:spPr>
          <a:xfrm>
            <a:off x="473724" y="1133508"/>
            <a:ext cx="10576193"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Determine if these sentences are in the active (</a:t>
            </a:r>
            <a:r>
              <a:rPr lang="en-US" sz="2800" b="1">
                <a:solidFill>
                  <a:schemeClr val="accent6"/>
                </a:solidFill>
                <a:latin typeface="Calibri"/>
                <a:ea typeface="Calibri"/>
                <a:cs typeface="Calibri"/>
                <a:sym typeface="Calibri"/>
              </a:rPr>
              <a:t>A</a:t>
            </a:r>
            <a:r>
              <a:rPr lang="en-US" sz="2400">
                <a:solidFill>
                  <a:schemeClr val="dk1"/>
                </a:solidFill>
                <a:latin typeface="Calibri"/>
                <a:ea typeface="Calibri"/>
                <a:cs typeface="Calibri"/>
                <a:sym typeface="Calibri"/>
              </a:rPr>
              <a:t>) or passive voice (</a:t>
            </a:r>
            <a:r>
              <a:rPr lang="en-US" sz="2400" b="1">
                <a:solidFill>
                  <a:srgbClr val="FF0000"/>
                </a:solidFill>
                <a:latin typeface="Calibri"/>
                <a:ea typeface="Calibri"/>
                <a:cs typeface="Calibri"/>
                <a:sym typeface="Calibri"/>
              </a:rPr>
              <a:t>P</a:t>
            </a:r>
            <a:r>
              <a:rPr lang="en-US" sz="2400">
                <a:solidFill>
                  <a:schemeClr val="dk1"/>
                </a:solidFill>
                <a:latin typeface="Calibri"/>
                <a:ea typeface="Calibri"/>
                <a:cs typeface="Calibri"/>
                <a:sym typeface="Calibri"/>
              </a:rPr>
              <a:t>).</a:t>
            </a:r>
            <a:endParaRPr/>
          </a:p>
        </p:txBody>
      </p:sp>
      <p:sp>
        <p:nvSpPr>
          <p:cNvPr id="216" name="Google Shape;216;p12"/>
          <p:cNvSpPr/>
          <p:nvPr/>
        </p:nvSpPr>
        <p:spPr>
          <a:xfrm>
            <a:off x="473725" y="424729"/>
            <a:ext cx="8694600" cy="708900"/>
          </a:xfrm>
          <a:prstGeom prst="rect">
            <a:avLst/>
          </a:prstGeom>
          <a:noFill/>
          <a:ln>
            <a:noFill/>
          </a:ln>
        </p:spPr>
        <p:txBody>
          <a:bodyPr spcFirstLastPara="1" wrap="square" lIns="0" tIns="0" rIns="0" bIns="0" anchor="t" anchorCtr="0">
            <a:noAutofit/>
          </a:bodyPr>
          <a:lstStyle/>
          <a:p>
            <a:pPr marL="0" marR="0" lvl="0" indent="0" algn="l" rtl="0">
              <a:lnSpc>
                <a:spcPct val="124719"/>
              </a:lnSpc>
              <a:spcBef>
                <a:spcPts val="0"/>
              </a:spcBef>
              <a:spcAft>
                <a:spcPts val="0"/>
              </a:spcAft>
              <a:buClr>
                <a:srgbClr val="333F70"/>
              </a:buClr>
              <a:buSzPts val="4450"/>
              <a:buFont typeface="Unbounded"/>
              <a:buNone/>
            </a:pPr>
            <a:r>
              <a:rPr lang="en-US" sz="4450" b="1">
                <a:solidFill>
                  <a:srgbClr val="333F70"/>
                </a:solidFill>
                <a:latin typeface="Unbounded"/>
                <a:ea typeface="Unbounded"/>
                <a:cs typeface="Unbounded"/>
                <a:sym typeface="Unbounded"/>
              </a:rPr>
              <a:t>Practice:</a:t>
            </a:r>
            <a:endParaRPr sz="4450">
              <a:solidFill>
                <a:schemeClr val="dk1"/>
              </a:solidFill>
              <a:latin typeface="Calibri"/>
              <a:ea typeface="Calibri"/>
              <a:cs typeface="Calibri"/>
              <a:sym typeface="Calibri"/>
            </a:endParaRPr>
          </a:p>
        </p:txBody>
      </p:sp>
      <p:sp>
        <p:nvSpPr>
          <p:cNvPr id="217" name="Google Shape;217;p12"/>
          <p:cNvSpPr txBox="1"/>
          <p:nvPr/>
        </p:nvSpPr>
        <p:spPr>
          <a:xfrm>
            <a:off x="352539" y="1785480"/>
            <a:ext cx="10972800" cy="6268383"/>
          </a:xfrm>
          <a:prstGeom prst="rect">
            <a:avLst/>
          </a:prstGeom>
          <a:noFill/>
          <a:ln>
            <a:noFill/>
          </a:ln>
        </p:spPr>
        <p:txBody>
          <a:bodyPr spcFirstLastPara="1" wrap="square" lIns="91425" tIns="45700" rIns="91425" bIns="45700" anchor="t" anchorCtr="0">
            <a:spAutoFit/>
          </a:bodyPr>
          <a:lstStyle/>
          <a:p>
            <a:pPr marL="457200" marR="0" lvl="0" indent="-457200" algn="l" rtl="0">
              <a:lnSpc>
                <a:spcPct val="150000"/>
              </a:lnSpc>
              <a:spcBef>
                <a:spcPts val="0"/>
              </a:spcBef>
              <a:spcAft>
                <a:spcPts val="0"/>
              </a:spcAft>
              <a:buClr>
                <a:schemeClr val="dk1"/>
              </a:buClr>
              <a:buSzPts val="1800"/>
              <a:buFont typeface="Tahoma"/>
              <a:buAutoNum type="arabicPeriod"/>
            </a:pPr>
            <a:r>
              <a:rPr lang="en-US" sz="1800">
                <a:solidFill>
                  <a:schemeClr val="dk1"/>
                </a:solidFill>
                <a:latin typeface="Tahoma"/>
                <a:ea typeface="Tahoma"/>
                <a:cs typeface="Tahoma"/>
                <a:sym typeface="Tahoma"/>
              </a:rPr>
              <a:t>The coffee was still boiling after the waiter served it.  </a:t>
            </a:r>
            <a:endParaRPr/>
          </a:p>
          <a:p>
            <a:pPr marL="457200" marR="0" lvl="0" indent="-457200" algn="l" rtl="0">
              <a:lnSpc>
                <a:spcPct val="150000"/>
              </a:lnSpc>
              <a:spcBef>
                <a:spcPts val="0"/>
              </a:spcBef>
              <a:spcAft>
                <a:spcPts val="0"/>
              </a:spcAft>
              <a:buClr>
                <a:schemeClr val="dk1"/>
              </a:buClr>
              <a:buSzPts val="1800"/>
              <a:buFont typeface="Tahoma"/>
              <a:buAutoNum type="arabicPeriod"/>
            </a:pPr>
            <a:r>
              <a:rPr lang="en-US" sz="1800">
                <a:solidFill>
                  <a:schemeClr val="dk1"/>
                </a:solidFill>
                <a:latin typeface="Tahoma"/>
                <a:ea typeface="Tahoma"/>
                <a:cs typeface="Tahoma"/>
                <a:sym typeface="Tahoma"/>
              </a:rPr>
              <a:t>The students worked on their papers all night. </a:t>
            </a:r>
            <a:endParaRPr/>
          </a:p>
          <a:p>
            <a:pPr marL="457200" marR="0" lvl="0" indent="-457200" algn="l" rtl="0">
              <a:lnSpc>
                <a:spcPct val="150000"/>
              </a:lnSpc>
              <a:spcBef>
                <a:spcPts val="0"/>
              </a:spcBef>
              <a:spcAft>
                <a:spcPts val="0"/>
              </a:spcAft>
              <a:buClr>
                <a:schemeClr val="dk1"/>
              </a:buClr>
              <a:buSzPts val="1800"/>
              <a:buFont typeface="Tahoma"/>
              <a:buAutoNum type="arabicPeriod"/>
            </a:pPr>
            <a:r>
              <a:rPr lang="en-US" sz="1800">
                <a:solidFill>
                  <a:schemeClr val="dk1"/>
                </a:solidFill>
                <a:latin typeface="Tahoma"/>
                <a:ea typeface="Tahoma"/>
                <a:cs typeface="Tahoma"/>
                <a:sym typeface="Tahoma"/>
              </a:rPr>
              <a:t>The wind was making the tree sway. </a:t>
            </a:r>
            <a:endParaRPr/>
          </a:p>
          <a:p>
            <a:pPr marL="457200" marR="0" lvl="0" indent="-457200" algn="l" rtl="0">
              <a:lnSpc>
                <a:spcPct val="150000"/>
              </a:lnSpc>
              <a:spcBef>
                <a:spcPts val="0"/>
              </a:spcBef>
              <a:spcAft>
                <a:spcPts val="0"/>
              </a:spcAft>
              <a:buClr>
                <a:schemeClr val="dk1"/>
              </a:buClr>
              <a:buSzPts val="1800"/>
              <a:buFont typeface="Tahoma"/>
              <a:buAutoNum type="arabicPeriod"/>
            </a:pPr>
            <a:r>
              <a:rPr lang="en-US" sz="1800">
                <a:solidFill>
                  <a:schemeClr val="dk1"/>
                </a:solidFill>
                <a:latin typeface="Tahoma"/>
                <a:ea typeface="Tahoma"/>
                <a:cs typeface="Tahoma"/>
                <a:sym typeface="Tahoma"/>
              </a:rPr>
              <a:t>Her hand was held up to answer the question. </a:t>
            </a:r>
            <a:endParaRPr/>
          </a:p>
          <a:p>
            <a:pPr marL="457200" marR="0" lvl="0" indent="-457200" algn="l" rtl="0">
              <a:lnSpc>
                <a:spcPct val="150000"/>
              </a:lnSpc>
              <a:spcBef>
                <a:spcPts val="0"/>
              </a:spcBef>
              <a:spcAft>
                <a:spcPts val="0"/>
              </a:spcAft>
              <a:buClr>
                <a:schemeClr val="dk1"/>
              </a:buClr>
              <a:buSzPts val="1800"/>
              <a:buFont typeface="Tahoma"/>
              <a:buAutoNum type="arabicPeriod"/>
            </a:pPr>
            <a:r>
              <a:rPr lang="en-US" sz="1800">
                <a:solidFill>
                  <a:schemeClr val="dk1"/>
                </a:solidFill>
                <a:latin typeface="Tahoma"/>
                <a:ea typeface="Tahoma"/>
                <a:cs typeface="Tahoma"/>
                <a:sym typeface="Tahoma"/>
              </a:rPr>
              <a:t>The three dogs were being walked. </a:t>
            </a:r>
            <a:endParaRPr/>
          </a:p>
          <a:p>
            <a:pPr marL="457200" marR="0" lvl="0" indent="-457200" algn="l" rtl="0">
              <a:lnSpc>
                <a:spcPct val="150000"/>
              </a:lnSpc>
              <a:spcBef>
                <a:spcPts val="0"/>
              </a:spcBef>
              <a:spcAft>
                <a:spcPts val="0"/>
              </a:spcAft>
              <a:buClr>
                <a:schemeClr val="dk1"/>
              </a:buClr>
              <a:buSzPts val="1800"/>
              <a:buFont typeface="Tahoma"/>
              <a:buAutoNum type="arabicPeriod"/>
            </a:pPr>
            <a:r>
              <a:rPr lang="en-US" sz="1800">
                <a:solidFill>
                  <a:schemeClr val="dk1"/>
                </a:solidFill>
                <a:latin typeface="Tahoma"/>
                <a:ea typeface="Tahoma"/>
                <a:cs typeface="Tahoma"/>
                <a:sym typeface="Tahoma"/>
              </a:rPr>
              <a:t>The earth continually spins on its axis. </a:t>
            </a:r>
            <a:endParaRPr/>
          </a:p>
          <a:p>
            <a:pPr marL="457200" marR="0" lvl="0" indent="-457200" algn="l" rtl="0">
              <a:lnSpc>
                <a:spcPct val="150000"/>
              </a:lnSpc>
              <a:spcBef>
                <a:spcPts val="0"/>
              </a:spcBef>
              <a:spcAft>
                <a:spcPts val="0"/>
              </a:spcAft>
              <a:buClr>
                <a:schemeClr val="dk1"/>
              </a:buClr>
              <a:buSzPts val="1800"/>
              <a:buFont typeface="Tahoma"/>
              <a:buAutoNum type="arabicPeriod"/>
            </a:pPr>
            <a:r>
              <a:rPr lang="en-US" sz="1800">
                <a:solidFill>
                  <a:schemeClr val="dk1"/>
                </a:solidFill>
                <a:latin typeface="Tahoma"/>
                <a:ea typeface="Tahoma"/>
                <a:cs typeface="Tahoma"/>
                <a:sym typeface="Tahoma"/>
              </a:rPr>
              <a:t>The students were released from class. </a:t>
            </a:r>
            <a:endParaRPr/>
          </a:p>
          <a:p>
            <a:pPr marL="457200" marR="0" lvl="0" indent="-457200" algn="l" rtl="0">
              <a:lnSpc>
                <a:spcPct val="150000"/>
              </a:lnSpc>
              <a:spcBef>
                <a:spcPts val="0"/>
              </a:spcBef>
              <a:spcAft>
                <a:spcPts val="0"/>
              </a:spcAft>
              <a:buClr>
                <a:schemeClr val="dk1"/>
              </a:buClr>
              <a:buSzPts val="1800"/>
              <a:buFont typeface="Tahoma"/>
              <a:buAutoNum type="arabicPeriod"/>
            </a:pPr>
            <a:r>
              <a:rPr lang="en-US" sz="1800">
                <a:solidFill>
                  <a:schemeClr val="dk1"/>
                </a:solidFill>
                <a:latin typeface="Tahoma"/>
                <a:ea typeface="Tahoma"/>
                <a:cs typeface="Tahoma"/>
                <a:sym typeface="Tahoma"/>
              </a:rPr>
              <a:t>Nathaniel gave his speech flawlessly. </a:t>
            </a:r>
            <a:endParaRPr/>
          </a:p>
          <a:p>
            <a:pPr marL="457200" marR="0" lvl="0" indent="-457200" algn="l" rtl="0">
              <a:lnSpc>
                <a:spcPct val="150000"/>
              </a:lnSpc>
              <a:spcBef>
                <a:spcPts val="0"/>
              </a:spcBef>
              <a:spcAft>
                <a:spcPts val="0"/>
              </a:spcAft>
              <a:buClr>
                <a:schemeClr val="dk1"/>
              </a:buClr>
              <a:buSzPts val="1800"/>
              <a:buFont typeface="Tahoma"/>
              <a:buAutoNum type="arabicPeriod"/>
            </a:pPr>
            <a:r>
              <a:rPr lang="en-US" sz="1800">
                <a:solidFill>
                  <a:schemeClr val="dk1"/>
                </a:solidFill>
                <a:latin typeface="Tahoma"/>
                <a:ea typeface="Tahoma"/>
                <a:cs typeface="Tahoma"/>
                <a:sym typeface="Tahoma"/>
              </a:rPr>
              <a:t>Without interruption, the scarf was knit by Margot. </a:t>
            </a:r>
            <a:endParaRPr/>
          </a:p>
          <a:p>
            <a:pPr marL="457200" marR="0" lvl="0" indent="-457200" algn="l" rtl="0">
              <a:lnSpc>
                <a:spcPct val="150000"/>
              </a:lnSpc>
              <a:spcBef>
                <a:spcPts val="0"/>
              </a:spcBef>
              <a:spcAft>
                <a:spcPts val="0"/>
              </a:spcAft>
              <a:buClr>
                <a:schemeClr val="dk1"/>
              </a:buClr>
              <a:buSzPts val="1800"/>
              <a:buFont typeface="Tahoma"/>
              <a:buAutoNum type="arabicPeriod"/>
            </a:pPr>
            <a:r>
              <a:rPr lang="en-US" sz="1800">
                <a:solidFill>
                  <a:schemeClr val="dk1"/>
                </a:solidFill>
                <a:latin typeface="Tahoma"/>
                <a:ea typeface="Tahoma"/>
                <a:cs typeface="Tahoma"/>
                <a:sym typeface="Tahoma"/>
              </a:rPr>
              <a:t>We were driven to the beach by Caleb in his minivan. </a:t>
            </a:r>
            <a:endParaRPr/>
          </a:p>
          <a:p>
            <a:pPr marL="457200" marR="0" lvl="0" indent="-457200" algn="l" rtl="0">
              <a:lnSpc>
                <a:spcPct val="150000"/>
              </a:lnSpc>
              <a:spcBef>
                <a:spcPts val="0"/>
              </a:spcBef>
              <a:spcAft>
                <a:spcPts val="0"/>
              </a:spcAft>
              <a:buClr>
                <a:schemeClr val="dk1"/>
              </a:buClr>
              <a:buSzPts val="1800"/>
              <a:buFont typeface="Tahoma"/>
              <a:buAutoNum type="arabicPeriod"/>
            </a:pPr>
            <a:r>
              <a:rPr lang="en-US" sz="1800">
                <a:solidFill>
                  <a:schemeClr val="dk1"/>
                </a:solidFill>
                <a:latin typeface="Tahoma"/>
                <a:ea typeface="Tahoma"/>
                <a:cs typeface="Tahoma"/>
                <a:sym typeface="Tahoma"/>
              </a:rPr>
              <a:t>The class was taught by Heather in the evenings. </a:t>
            </a:r>
            <a:endParaRPr/>
          </a:p>
          <a:p>
            <a:pPr marL="457200" marR="0" lvl="0" indent="-457200" algn="l" rtl="0">
              <a:lnSpc>
                <a:spcPct val="150000"/>
              </a:lnSpc>
              <a:spcBef>
                <a:spcPts val="0"/>
              </a:spcBef>
              <a:spcAft>
                <a:spcPts val="0"/>
              </a:spcAft>
              <a:buClr>
                <a:schemeClr val="dk1"/>
              </a:buClr>
              <a:buSzPts val="1800"/>
              <a:buFont typeface="Tahoma"/>
              <a:buAutoNum type="arabicPeriod"/>
            </a:pPr>
            <a:r>
              <a:rPr lang="en-US" sz="1800">
                <a:solidFill>
                  <a:schemeClr val="dk1"/>
                </a:solidFill>
                <a:latin typeface="Tahoma"/>
                <a:ea typeface="Tahoma"/>
                <a:cs typeface="Tahoma"/>
                <a:sym typeface="Tahoma"/>
              </a:rPr>
              <a:t>Café Moka closed early, so Danielle brewed her own pot of coffee. </a:t>
            </a:r>
            <a:endParaRPr/>
          </a:p>
          <a:p>
            <a:pPr marL="457200" marR="0" lvl="0" indent="-457200" algn="l" rtl="0">
              <a:lnSpc>
                <a:spcPct val="150000"/>
              </a:lnSpc>
              <a:spcBef>
                <a:spcPts val="0"/>
              </a:spcBef>
              <a:spcAft>
                <a:spcPts val="0"/>
              </a:spcAft>
              <a:buClr>
                <a:schemeClr val="dk1"/>
              </a:buClr>
              <a:buSzPts val="1800"/>
              <a:buFont typeface="Tahoma"/>
              <a:buAutoNum type="arabicPeriod"/>
            </a:pPr>
            <a:r>
              <a:rPr lang="en-US" sz="1800">
                <a:solidFill>
                  <a:schemeClr val="dk1"/>
                </a:solidFill>
                <a:latin typeface="Tahoma"/>
                <a:ea typeface="Tahoma"/>
                <a:cs typeface="Tahoma"/>
                <a:sym typeface="Tahoma"/>
              </a:rPr>
              <a:t>The professor and her aid passed out the exam which the students took. </a:t>
            </a:r>
            <a:endParaRPr/>
          </a:p>
          <a:p>
            <a:pPr marL="457200" marR="0" lvl="0" indent="-457200" algn="l" rtl="0">
              <a:lnSpc>
                <a:spcPct val="150000"/>
              </a:lnSpc>
              <a:spcBef>
                <a:spcPts val="0"/>
              </a:spcBef>
              <a:spcAft>
                <a:spcPts val="0"/>
              </a:spcAft>
              <a:buClr>
                <a:schemeClr val="dk1"/>
              </a:buClr>
              <a:buSzPts val="1800"/>
              <a:buFont typeface="Tahoma"/>
              <a:buAutoNum type="arabicPeriod"/>
            </a:pPr>
            <a:r>
              <a:rPr lang="en-US" sz="1800">
                <a:solidFill>
                  <a:schemeClr val="dk1"/>
                </a:solidFill>
                <a:latin typeface="Tahoma"/>
                <a:ea typeface="Tahoma"/>
                <a:cs typeface="Tahoma"/>
                <a:sym typeface="Tahoma"/>
              </a:rPr>
              <a:t>Griff explained the importance of proofreading one’s sentences. </a:t>
            </a:r>
            <a:endParaRPr/>
          </a:p>
          <a:p>
            <a:pPr marL="457200" marR="0" lvl="0" indent="-457200" algn="l" rtl="0">
              <a:lnSpc>
                <a:spcPct val="150000"/>
              </a:lnSpc>
              <a:spcBef>
                <a:spcPts val="0"/>
              </a:spcBef>
              <a:spcAft>
                <a:spcPts val="0"/>
              </a:spcAft>
              <a:buClr>
                <a:schemeClr val="dk1"/>
              </a:buClr>
              <a:buSzPts val="1800"/>
              <a:buFont typeface="Tahoma"/>
              <a:buAutoNum type="arabicPeriod"/>
            </a:pPr>
            <a:r>
              <a:rPr lang="en-US" sz="1800">
                <a:solidFill>
                  <a:schemeClr val="dk1"/>
                </a:solidFill>
                <a:latin typeface="Tahoma"/>
                <a:ea typeface="Tahoma"/>
                <a:cs typeface="Tahoma"/>
                <a:sym typeface="Tahoma"/>
              </a:rPr>
              <a:t>The exercise sheet was finished by you! </a:t>
            </a:r>
            <a:endParaRPr/>
          </a:p>
        </p:txBody>
      </p:sp>
      <p:sp>
        <p:nvSpPr>
          <p:cNvPr id="218" name="Google Shape;218;p12"/>
          <p:cNvSpPr txBox="1"/>
          <p:nvPr/>
        </p:nvSpPr>
        <p:spPr>
          <a:xfrm>
            <a:off x="6264264" y="1736658"/>
            <a:ext cx="429600" cy="585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a:solidFill>
                  <a:schemeClr val="accent6"/>
                </a:solidFill>
                <a:latin typeface="Calibri"/>
                <a:ea typeface="Calibri"/>
                <a:cs typeface="Calibri"/>
                <a:sym typeface="Calibri"/>
              </a:rPr>
              <a:t>A</a:t>
            </a:r>
            <a:endParaRPr sz="3200" b="1">
              <a:solidFill>
                <a:schemeClr val="accent6"/>
              </a:solidFill>
              <a:latin typeface="Calibri"/>
              <a:ea typeface="Calibri"/>
              <a:cs typeface="Calibri"/>
              <a:sym typeface="Calibri"/>
            </a:endParaRPr>
          </a:p>
        </p:txBody>
      </p:sp>
      <p:sp>
        <p:nvSpPr>
          <p:cNvPr id="219" name="Google Shape;219;p12"/>
          <p:cNvSpPr txBox="1"/>
          <p:nvPr/>
        </p:nvSpPr>
        <p:spPr>
          <a:xfrm>
            <a:off x="5585550" y="2134047"/>
            <a:ext cx="429659"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a:solidFill>
                  <a:schemeClr val="accent6"/>
                </a:solidFill>
                <a:latin typeface="Calibri"/>
                <a:ea typeface="Calibri"/>
                <a:cs typeface="Calibri"/>
                <a:sym typeface="Calibri"/>
              </a:rPr>
              <a:t>A</a:t>
            </a:r>
            <a:r>
              <a:rPr lang="en-US" sz="3200" b="1">
                <a:solidFill>
                  <a:srgbClr val="FF0000"/>
                </a:solidFill>
                <a:latin typeface="Calibri"/>
                <a:ea typeface="Calibri"/>
                <a:cs typeface="Calibri"/>
                <a:sym typeface="Calibri"/>
              </a:rPr>
              <a:t> </a:t>
            </a:r>
            <a:endParaRPr sz="3200">
              <a:solidFill>
                <a:schemeClr val="dk1"/>
              </a:solidFill>
              <a:latin typeface="Calibri"/>
              <a:ea typeface="Calibri"/>
              <a:cs typeface="Calibri"/>
              <a:sym typeface="Calibri"/>
            </a:endParaRPr>
          </a:p>
        </p:txBody>
      </p:sp>
      <p:sp>
        <p:nvSpPr>
          <p:cNvPr id="220" name="Google Shape;220;p12"/>
          <p:cNvSpPr txBox="1"/>
          <p:nvPr/>
        </p:nvSpPr>
        <p:spPr>
          <a:xfrm>
            <a:off x="4606224" y="2537336"/>
            <a:ext cx="429659"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a:solidFill>
                  <a:schemeClr val="accent6"/>
                </a:solidFill>
                <a:latin typeface="Calibri"/>
                <a:ea typeface="Calibri"/>
                <a:cs typeface="Calibri"/>
                <a:sym typeface="Calibri"/>
              </a:rPr>
              <a:t>A</a:t>
            </a:r>
            <a:endParaRPr sz="3200">
              <a:solidFill>
                <a:schemeClr val="accent6"/>
              </a:solidFill>
              <a:latin typeface="Calibri"/>
              <a:ea typeface="Calibri"/>
              <a:cs typeface="Calibri"/>
              <a:sym typeface="Calibri"/>
            </a:endParaRPr>
          </a:p>
        </p:txBody>
      </p:sp>
      <p:sp>
        <p:nvSpPr>
          <p:cNvPr id="221" name="Google Shape;221;p12"/>
          <p:cNvSpPr txBox="1"/>
          <p:nvPr/>
        </p:nvSpPr>
        <p:spPr>
          <a:xfrm>
            <a:off x="5585550" y="2958779"/>
            <a:ext cx="429659"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a:solidFill>
                  <a:srgbClr val="FF0000"/>
                </a:solidFill>
                <a:latin typeface="Calibri"/>
                <a:ea typeface="Calibri"/>
                <a:cs typeface="Calibri"/>
                <a:sym typeface="Calibri"/>
              </a:rPr>
              <a:t>P</a:t>
            </a:r>
            <a:endParaRPr sz="3200">
              <a:solidFill>
                <a:schemeClr val="dk1"/>
              </a:solidFill>
              <a:latin typeface="Calibri"/>
              <a:ea typeface="Calibri"/>
              <a:cs typeface="Calibri"/>
              <a:sym typeface="Calibri"/>
            </a:endParaRPr>
          </a:p>
        </p:txBody>
      </p:sp>
      <p:sp>
        <p:nvSpPr>
          <p:cNvPr id="222" name="Google Shape;222;p12"/>
          <p:cNvSpPr txBox="1"/>
          <p:nvPr/>
        </p:nvSpPr>
        <p:spPr>
          <a:xfrm>
            <a:off x="4447653" y="3350747"/>
            <a:ext cx="429659"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a:solidFill>
                  <a:srgbClr val="FF0000"/>
                </a:solidFill>
                <a:latin typeface="Calibri"/>
                <a:ea typeface="Calibri"/>
                <a:cs typeface="Calibri"/>
                <a:sym typeface="Calibri"/>
              </a:rPr>
              <a:t>P</a:t>
            </a:r>
            <a:endParaRPr sz="3200">
              <a:solidFill>
                <a:schemeClr val="dk1"/>
              </a:solidFill>
              <a:latin typeface="Calibri"/>
              <a:ea typeface="Calibri"/>
              <a:cs typeface="Calibri"/>
              <a:sym typeface="Calibri"/>
            </a:endParaRPr>
          </a:p>
        </p:txBody>
      </p:sp>
      <p:sp>
        <p:nvSpPr>
          <p:cNvPr id="223" name="Google Shape;223;p12"/>
          <p:cNvSpPr txBox="1"/>
          <p:nvPr/>
        </p:nvSpPr>
        <p:spPr>
          <a:xfrm>
            <a:off x="4821053" y="3747869"/>
            <a:ext cx="429659"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a:solidFill>
                  <a:schemeClr val="accent6"/>
                </a:solidFill>
                <a:latin typeface="Calibri"/>
                <a:ea typeface="Calibri"/>
                <a:cs typeface="Calibri"/>
                <a:sym typeface="Calibri"/>
              </a:rPr>
              <a:t>A</a:t>
            </a:r>
            <a:r>
              <a:rPr lang="en-US" sz="3200" b="1">
                <a:solidFill>
                  <a:srgbClr val="FF0000"/>
                </a:solidFill>
                <a:latin typeface="Calibri"/>
                <a:ea typeface="Calibri"/>
                <a:cs typeface="Calibri"/>
                <a:sym typeface="Calibri"/>
              </a:rPr>
              <a:t> </a:t>
            </a:r>
            <a:endParaRPr sz="3200">
              <a:solidFill>
                <a:schemeClr val="dk1"/>
              </a:solidFill>
              <a:latin typeface="Calibri"/>
              <a:ea typeface="Calibri"/>
              <a:cs typeface="Calibri"/>
              <a:sym typeface="Calibri"/>
            </a:endParaRPr>
          </a:p>
        </p:txBody>
      </p:sp>
      <p:sp>
        <p:nvSpPr>
          <p:cNvPr id="224" name="Google Shape;224;p12"/>
          <p:cNvSpPr txBox="1"/>
          <p:nvPr/>
        </p:nvSpPr>
        <p:spPr>
          <a:xfrm>
            <a:off x="4877312" y="4191042"/>
            <a:ext cx="429659"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a:solidFill>
                  <a:srgbClr val="FF0000"/>
                </a:solidFill>
                <a:latin typeface="Calibri"/>
                <a:ea typeface="Calibri"/>
                <a:cs typeface="Calibri"/>
                <a:sym typeface="Calibri"/>
              </a:rPr>
              <a:t>P</a:t>
            </a:r>
            <a:endParaRPr sz="3200">
              <a:solidFill>
                <a:schemeClr val="dk1"/>
              </a:solidFill>
              <a:latin typeface="Calibri"/>
              <a:ea typeface="Calibri"/>
              <a:cs typeface="Calibri"/>
              <a:sym typeface="Calibri"/>
            </a:endParaRPr>
          </a:p>
        </p:txBody>
      </p:sp>
      <p:sp>
        <p:nvSpPr>
          <p:cNvPr id="225" name="Google Shape;225;p12"/>
          <p:cNvSpPr txBox="1"/>
          <p:nvPr/>
        </p:nvSpPr>
        <p:spPr>
          <a:xfrm>
            <a:off x="4601889" y="4573476"/>
            <a:ext cx="429659"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a:solidFill>
                  <a:schemeClr val="accent6"/>
                </a:solidFill>
                <a:latin typeface="Calibri"/>
                <a:ea typeface="Calibri"/>
                <a:cs typeface="Calibri"/>
                <a:sym typeface="Calibri"/>
              </a:rPr>
              <a:t>A</a:t>
            </a:r>
            <a:r>
              <a:rPr lang="en-US" sz="3200" b="1">
                <a:solidFill>
                  <a:srgbClr val="FF0000"/>
                </a:solidFill>
                <a:latin typeface="Calibri"/>
                <a:ea typeface="Calibri"/>
                <a:cs typeface="Calibri"/>
                <a:sym typeface="Calibri"/>
              </a:rPr>
              <a:t> </a:t>
            </a:r>
            <a:endParaRPr sz="3200">
              <a:solidFill>
                <a:schemeClr val="dk1"/>
              </a:solidFill>
              <a:latin typeface="Calibri"/>
              <a:ea typeface="Calibri"/>
              <a:cs typeface="Calibri"/>
              <a:sym typeface="Calibri"/>
            </a:endParaRPr>
          </a:p>
        </p:txBody>
      </p:sp>
      <p:sp>
        <p:nvSpPr>
          <p:cNvPr id="226" name="Google Shape;226;p12"/>
          <p:cNvSpPr txBox="1"/>
          <p:nvPr/>
        </p:nvSpPr>
        <p:spPr>
          <a:xfrm>
            <a:off x="6015209" y="4978433"/>
            <a:ext cx="429659"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a:solidFill>
                  <a:srgbClr val="FF0000"/>
                </a:solidFill>
                <a:latin typeface="Calibri"/>
                <a:ea typeface="Calibri"/>
                <a:cs typeface="Calibri"/>
                <a:sym typeface="Calibri"/>
              </a:rPr>
              <a:t>P</a:t>
            </a:r>
            <a:endParaRPr sz="3200">
              <a:solidFill>
                <a:schemeClr val="dk1"/>
              </a:solidFill>
              <a:latin typeface="Calibri"/>
              <a:ea typeface="Calibri"/>
              <a:cs typeface="Calibri"/>
              <a:sym typeface="Calibri"/>
            </a:endParaRPr>
          </a:p>
        </p:txBody>
      </p:sp>
      <p:sp>
        <p:nvSpPr>
          <p:cNvPr id="227" name="Google Shape;227;p12"/>
          <p:cNvSpPr txBox="1"/>
          <p:nvPr/>
        </p:nvSpPr>
        <p:spPr>
          <a:xfrm>
            <a:off x="6269772" y="5399572"/>
            <a:ext cx="429659"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a:solidFill>
                  <a:srgbClr val="FF0000"/>
                </a:solidFill>
                <a:latin typeface="Calibri"/>
                <a:ea typeface="Calibri"/>
                <a:cs typeface="Calibri"/>
                <a:sym typeface="Calibri"/>
              </a:rPr>
              <a:t>P</a:t>
            </a:r>
            <a:endParaRPr sz="3200">
              <a:solidFill>
                <a:schemeClr val="dk1"/>
              </a:solidFill>
              <a:latin typeface="Calibri"/>
              <a:ea typeface="Calibri"/>
              <a:cs typeface="Calibri"/>
              <a:sym typeface="Calibri"/>
            </a:endParaRPr>
          </a:p>
        </p:txBody>
      </p:sp>
      <p:sp>
        <p:nvSpPr>
          <p:cNvPr id="228" name="Google Shape;228;p12"/>
          <p:cNvSpPr txBox="1"/>
          <p:nvPr/>
        </p:nvSpPr>
        <p:spPr>
          <a:xfrm>
            <a:off x="5834605" y="5844736"/>
            <a:ext cx="429659"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a:solidFill>
                  <a:srgbClr val="FF0000"/>
                </a:solidFill>
                <a:latin typeface="Calibri"/>
                <a:ea typeface="Calibri"/>
                <a:cs typeface="Calibri"/>
                <a:sym typeface="Calibri"/>
              </a:rPr>
              <a:t>P</a:t>
            </a:r>
            <a:endParaRPr sz="3200">
              <a:solidFill>
                <a:schemeClr val="dk1"/>
              </a:solidFill>
              <a:latin typeface="Calibri"/>
              <a:ea typeface="Calibri"/>
              <a:cs typeface="Calibri"/>
              <a:sym typeface="Calibri"/>
            </a:endParaRPr>
          </a:p>
        </p:txBody>
      </p:sp>
      <p:sp>
        <p:nvSpPr>
          <p:cNvPr id="229" name="Google Shape;229;p12"/>
          <p:cNvSpPr txBox="1"/>
          <p:nvPr/>
        </p:nvSpPr>
        <p:spPr>
          <a:xfrm>
            <a:off x="7585624" y="6235186"/>
            <a:ext cx="429659"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a:solidFill>
                  <a:schemeClr val="accent6"/>
                </a:solidFill>
                <a:latin typeface="Calibri"/>
                <a:ea typeface="Calibri"/>
                <a:cs typeface="Calibri"/>
                <a:sym typeface="Calibri"/>
              </a:rPr>
              <a:t>A</a:t>
            </a:r>
            <a:r>
              <a:rPr lang="en-US" sz="3200" b="1">
                <a:solidFill>
                  <a:srgbClr val="FF0000"/>
                </a:solidFill>
                <a:latin typeface="Calibri"/>
                <a:ea typeface="Calibri"/>
                <a:cs typeface="Calibri"/>
                <a:sym typeface="Calibri"/>
              </a:rPr>
              <a:t> </a:t>
            </a:r>
            <a:endParaRPr sz="3200">
              <a:solidFill>
                <a:schemeClr val="dk1"/>
              </a:solidFill>
              <a:latin typeface="Calibri"/>
              <a:ea typeface="Calibri"/>
              <a:cs typeface="Calibri"/>
              <a:sym typeface="Calibri"/>
            </a:endParaRPr>
          </a:p>
        </p:txBody>
      </p:sp>
      <p:sp>
        <p:nvSpPr>
          <p:cNvPr id="230" name="Google Shape;230;p12"/>
          <p:cNvSpPr txBox="1"/>
          <p:nvPr/>
        </p:nvSpPr>
        <p:spPr>
          <a:xfrm>
            <a:off x="8309065" y="6653856"/>
            <a:ext cx="429659"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a:solidFill>
                  <a:schemeClr val="accent6"/>
                </a:solidFill>
                <a:latin typeface="Calibri"/>
                <a:ea typeface="Calibri"/>
                <a:cs typeface="Calibri"/>
                <a:sym typeface="Calibri"/>
              </a:rPr>
              <a:t>A</a:t>
            </a:r>
            <a:r>
              <a:rPr lang="en-US" sz="3200" b="1">
                <a:solidFill>
                  <a:srgbClr val="FF0000"/>
                </a:solidFill>
                <a:latin typeface="Calibri"/>
                <a:ea typeface="Calibri"/>
                <a:cs typeface="Calibri"/>
                <a:sym typeface="Calibri"/>
              </a:rPr>
              <a:t> </a:t>
            </a:r>
            <a:endParaRPr sz="3200">
              <a:solidFill>
                <a:schemeClr val="dk1"/>
              </a:solidFill>
              <a:latin typeface="Calibri"/>
              <a:ea typeface="Calibri"/>
              <a:cs typeface="Calibri"/>
              <a:sym typeface="Calibri"/>
            </a:endParaRPr>
          </a:p>
        </p:txBody>
      </p:sp>
      <p:sp>
        <p:nvSpPr>
          <p:cNvPr id="231" name="Google Shape;231;p12"/>
          <p:cNvSpPr txBox="1"/>
          <p:nvPr/>
        </p:nvSpPr>
        <p:spPr>
          <a:xfrm>
            <a:off x="7308365" y="7083759"/>
            <a:ext cx="429659"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a:solidFill>
                  <a:schemeClr val="accent6"/>
                </a:solidFill>
                <a:latin typeface="Calibri"/>
                <a:ea typeface="Calibri"/>
                <a:cs typeface="Calibri"/>
                <a:sym typeface="Calibri"/>
              </a:rPr>
              <a:t>A</a:t>
            </a:r>
            <a:r>
              <a:rPr lang="en-US" sz="3200" b="1">
                <a:solidFill>
                  <a:srgbClr val="FF0000"/>
                </a:solidFill>
                <a:latin typeface="Calibri"/>
                <a:ea typeface="Calibri"/>
                <a:cs typeface="Calibri"/>
                <a:sym typeface="Calibri"/>
              </a:rPr>
              <a:t> </a:t>
            </a:r>
            <a:endParaRPr sz="3200">
              <a:solidFill>
                <a:schemeClr val="dk1"/>
              </a:solidFill>
              <a:latin typeface="Calibri"/>
              <a:ea typeface="Calibri"/>
              <a:cs typeface="Calibri"/>
              <a:sym typeface="Calibri"/>
            </a:endParaRPr>
          </a:p>
        </p:txBody>
      </p:sp>
      <p:sp>
        <p:nvSpPr>
          <p:cNvPr id="232" name="Google Shape;232;p12"/>
          <p:cNvSpPr txBox="1"/>
          <p:nvPr/>
        </p:nvSpPr>
        <p:spPr>
          <a:xfrm>
            <a:off x="4893837" y="7469088"/>
            <a:ext cx="429659"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a:solidFill>
                  <a:srgbClr val="FF0000"/>
                </a:solidFill>
                <a:latin typeface="Calibri"/>
                <a:ea typeface="Calibri"/>
                <a:cs typeface="Calibri"/>
                <a:sym typeface="Calibri"/>
              </a:rPr>
              <a:t>P</a:t>
            </a:r>
            <a:endParaRPr sz="3200">
              <a:solidFill>
                <a:schemeClr val="dk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9">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0">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21">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22">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23">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24">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25">
                                            <p:txEl>
                                              <p:pRg st="0" end="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26">
                                            <p:txEl>
                                              <p:pRg st="0" end="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27">
                                            <p:txEl>
                                              <p:pRg st="0" end="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28">
                                            <p:txEl>
                                              <p:pRg st="0" end="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229">
                                            <p:txEl>
                                              <p:pRg st="0" end="0"/>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230">
                                            <p:txEl>
                                              <p:pRg st="0" end="0"/>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231">
                                            <p:txEl>
                                              <p:pRg st="0" end="0"/>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23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Google Shape;238;p13"/>
          <p:cNvSpPr/>
          <p:nvPr/>
        </p:nvSpPr>
        <p:spPr>
          <a:xfrm>
            <a:off x="10025784" y="2032154"/>
            <a:ext cx="4196358" cy="2490192"/>
          </a:xfrm>
          <a:prstGeom prst="roundRect">
            <a:avLst>
              <a:gd name="adj" fmla="val 3826"/>
            </a:avLst>
          </a:prstGeom>
          <a:solidFill>
            <a:srgbClr val="D6F5EE"/>
          </a:solidFill>
          <a:ln w="9525" cap="flat" cmpd="sng">
            <a:solidFill>
              <a:srgbClr val="BCDBD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39" name="Google Shape;239;p13"/>
          <p:cNvSpPr/>
          <p:nvPr/>
        </p:nvSpPr>
        <p:spPr>
          <a:xfrm>
            <a:off x="926065" y="2"/>
            <a:ext cx="13042800" cy="1417500"/>
          </a:xfrm>
          <a:prstGeom prst="rect">
            <a:avLst/>
          </a:prstGeom>
          <a:noFill/>
          <a:ln>
            <a:noFill/>
          </a:ln>
        </p:spPr>
        <p:txBody>
          <a:bodyPr spcFirstLastPara="1" wrap="square" lIns="0" tIns="0" rIns="0" bIns="0" anchor="t" anchorCtr="0">
            <a:noAutofit/>
          </a:bodyPr>
          <a:lstStyle/>
          <a:p>
            <a:pPr marL="0" marR="0" lvl="0" indent="0" algn="ctr" rtl="0">
              <a:lnSpc>
                <a:spcPct val="124719"/>
              </a:lnSpc>
              <a:spcBef>
                <a:spcPts val="0"/>
              </a:spcBef>
              <a:spcAft>
                <a:spcPts val="0"/>
              </a:spcAft>
              <a:buClr>
                <a:srgbClr val="333F70"/>
              </a:buClr>
              <a:buSzPts val="4450"/>
              <a:buFont typeface="Unbounded"/>
              <a:buNone/>
            </a:pPr>
            <a:r>
              <a:rPr lang="en-US" sz="4450" b="1">
                <a:solidFill>
                  <a:srgbClr val="333F70"/>
                </a:solidFill>
                <a:latin typeface="Unbounded"/>
                <a:ea typeface="Unbounded"/>
                <a:cs typeface="Unbounded"/>
                <a:sym typeface="Unbounded"/>
              </a:rPr>
              <a:t>Avoiding Contractions and Colloquialisms</a:t>
            </a:r>
            <a:endParaRPr sz="4450">
              <a:solidFill>
                <a:schemeClr val="dk1"/>
              </a:solidFill>
              <a:latin typeface="Calibri"/>
              <a:ea typeface="Calibri"/>
              <a:cs typeface="Calibri"/>
              <a:sym typeface="Calibri"/>
            </a:endParaRPr>
          </a:p>
        </p:txBody>
      </p:sp>
      <p:sp>
        <p:nvSpPr>
          <p:cNvPr id="240" name="Google Shape;240;p13"/>
          <p:cNvSpPr/>
          <p:nvPr/>
        </p:nvSpPr>
        <p:spPr>
          <a:xfrm>
            <a:off x="926051" y="1454479"/>
            <a:ext cx="13042821" cy="362903"/>
          </a:xfrm>
          <a:prstGeom prst="rect">
            <a:avLst/>
          </a:prstGeom>
          <a:noFill/>
          <a:ln>
            <a:noFill/>
          </a:ln>
        </p:spPr>
        <p:txBody>
          <a:bodyPr spcFirstLastPara="1" wrap="square" lIns="0" tIns="0" rIns="0" bIns="0" anchor="t" anchorCtr="0">
            <a:noAutofit/>
          </a:bodyPr>
          <a:lstStyle/>
          <a:p>
            <a:pPr marL="0" marR="0" lvl="0" indent="0" algn="ctr" rtl="0">
              <a:lnSpc>
                <a:spcPct val="142500"/>
              </a:lnSpc>
              <a:spcBef>
                <a:spcPts val="0"/>
              </a:spcBef>
              <a:spcAft>
                <a:spcPts val="0"/>
              </a:spcAft>
              <a:buClr>
                <a:srgbClr val="333F70"/>
              </a:buClr>
              <a:buSzPts val="2000"/>
              <a:buFont typeface="Open Sans"/>
              <a:buNone/>
            </a:pPr>
            <a:r>
              <a:rPr lang="en-US" sz="2000">
                <a:solidFill>
                  <a:srgbClr val="333F70"/>
                </a:solidFill>
                <a:latin typeface="Open Sans"/>
                <a:ea typeface="Open Sans"/>
                <a:cs typeface="Open Sans"/>
                <a:sym typeface="Open Sans"/>
              </a:rPr>
              <a:t>Academic writing requires formal language. </a:t>
            </a:r>
            <a:endParaRPr sz="2000">
              <a:solidFill>
                <a:schemeClr val="dk1"/>
              </a:solidFill>
              <a:latin typeface="Calibri"/>
              <a:ea typeface="Calibri"/>
              <a:cs typeface="Calibri"/>
              <a:sym typeface="Calibri"/>
            </a:endParaRPr>
          </a:p>
        </p:txBody>
      </p:sp>
      <p:sp>
        <p:nvSpPr>
          <p:cNvPr id="241" name="Google Shape;241;p13"/>
          <p:cNvSpPr/>
          <p:nvPr/>
        </p:nvSpPr>
        <p:spPr>
          <a:xfrm>
            <a:off x="408258" y="1989014"/>
            <a:ext cx="4196358" cy="2490192"/>
          </a:xfrm>
          <a:prstGeom prst="roundRect">
            <a:avLst>
              <a:gd name="adj" fmla="val 3826"/>
            </a:avLst>
          </a:prstGeom>
          <a:solidFill>
            <a:srgbClr val="D6F5EE"/>
          </a:solidFill>
          <a:ln w="9525" cap="flat" cmpd="sng">
            <a:solidFill>
              <a:srgbClr val="BCDBD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42" name="Google Shape;242;p13"/>
          <p:cNvSpPr/>
          <p:nvPr/>
        </p:nvSpPr>
        <p:spPr>
          <a:xfrm>
            <a:off x="642692" y="2223448"/>
            <a:ext cx="3121938" cy="354330"/>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333F70"/>
              </a:buClr>
              <a:buSzPts val="2200"/>
              <a:buFont typeface="Unbounded"/>
              <a:buNone/>
            </a:pPr>
            <a:r>
              <a:rPr lang="en-US" sz="2200" b="1">
                <a:solidFill>
                  <a:srgbClr val="333F70"/>
                </a:solidFill>
                <a:latin typeface="Unbounded"/>
                <a:ea typeface="Unbounded"/>
                <a:cs typeface="Unbounded"/>
                <a:sym typeface="Unbounded"/>
              </a:rPr>
              <a:t>Formal Language</a:t>
            </a:r>
            <a:endParaRPr sz="2200">
              <a:solidFill>
                <a:schemeClr val="dk1"/>
              </a:solidFill>
              <a:latin typeface="Calibri"/>
              <a:ea typeface="Calibri"/>
              <a:cs typeface="Calibri"/>
              <a:sym typeface="Calibri"/>
            </a:endParaRPr>
          </a:p>
        </p:txBody>
      </p:sp>
      <p:sp>
        <p:nvSpPr>
          <p:cNvPr id="243" name="Google Shape;243;p13"/>
          <p:cNvSpPr/>
          <p:nvPr/>
        </p:nvSpPr>
        <p:spPr>
          <a:xfrm>
            <a:off x="642692" y="2713866"/>
            <a:ext cx="3727490" cy="725805"/>
          </a:xfrm>
          <a:prstGeom prst="rect">
            <a:avLst/>
          </a:prstGeom>
          <a:noFill/>
          <a:ln>
            <a:noFill/>
          </a:ln>
        </p:spPr>
        <p:txBody>
          <a:bodyPr spcFirstLastPara="1" wrap="square" lIns="0" tIns="0" rIns="0" bIns="0" anchor="t" anchorCtr="0">
            <a:noAutofit/>
          </a:bodyPr>
          <a:lstStyle/>
          <a:p>
            <a:pPr marL="342900" marR="0" lvl="0" indent="-342900" algn="l" rtl="0">
              <a:lnSpc>
                <a:spcPct val="162857"/>
              </a:lnSpc>
              <a:spcBef>
                <a:spcPts val="0"/>
              </a:spcBef>
              <a:spcAft>
                <a:spcPts val="0"/>
              </a:spcAft>
              <a:buClr>
                <a:srgbClr val="333F70"/>
              </a:buClr>
              <a:buSzPts val="1750"/>
              <a:buFont typeface="Open Sans"/>
              <a:buChar char="•"/>
            </a:pPr>
            <a:r>
              <a:rPr lang="en-US" sz="1750">
                <a:solidFill>
                  <a:srgbClr val="333F70"/>
                </a:solidFill>
                <a:latin typeface="Open Sans"/>
                <a:ea typeface="Open Sans"/>
                <a:cs typeface="Open Sans"/>
                <a:sym typeface="Open Sans"/>
              </a:rPr>
              <a:t>Use proper grammar and vocabulary.</a:t>
            </a:r>
            <a:endParaRPr sz="1750">
              <a:solidFill>
                <a:schemeClr val="dk1"/>
              </a:solidFill>
              <a:latin typeface="Calibri"/>
              <a:ea typeface="Calibri"/>
              <a:cs typeface="Calibri"/>
              <a:sym typeface="Calibri"/>
            </a:endParaRPr>
          </a:p>
        </p:txBody>
      </p:sp>
      <p:sp>
        <p:nvSpPr>
          <p:cNvPr id="244" name="Google Shape;244;p13"/>
          <p:cNvSpPr/>
          <p:nvPr/>
        </p:nvSpPr>
        <p:spPr>
          <a:xfrm>
            <a:off x="5201455" y="2027495"/>
            <a:ext cx="4196358" cy="2490192"/>
          </a:xfrm>
          <a:prstGeom prst="roundRect">
            <a:avLst>
              <a:gd name="adj" fmla="val 3826"/>
            </a:avLst>
          </a:prstGeom>
          <a:solidFill>
            <a:srgbClr val="D6F5EE"/>
          </a:solidFill>
          <a:ln w="9525" cap="flat" cmpd="sng">
            <a:solidFill>
              <a:srgbClr val="BCDBD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45" name="Google Shape;245;p13"/>
          <p:cNvSpPr/>
          <p:nvPr/>
        </p:nvSpPr>
        <p:spPr>
          <a:xfrm>
            <a:off x="10494652" y="2507054"/>
            <a:ext cx="3475553" cy="354330"/>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333F70"/>
              </a:buClr>
              <a:buSzPts val="2200"/>
              <a:buFont typeface="Unbounded"/>
              <a:buNone/>
            </a:pPr>
            <a:r>
              <a:rPr lang="en-US" sz="2200" b="1">
                <a:solidFill>
                  <a:srgbClr val="333F70"/>
                </a:solidFill>
                <a:latin typeface="Unbounded"/>
                <a:ea typeface="Unbounded"/>
                <a:cs typeface="Unbounded"/>
                <a:sym typeface="Unbounded"/>
              </a:rPr>
              <a:t>Avoid Contractions</a:t>
            </a:r>
            <a:endParaRPr sz="2200">
              <a:solidFill>
                <a:schemeClr val="dk1"/>
              </a:solidFill>
              <a:latin typeface="Calibri"/>
              <a:ea typeface="Calibri"/>
              <a:cs typeface="Calibri"/>
              <a:sym typeface="Calibri"/>
            </a:endParaRPr>
          </a:p>
        </p:txBody>
      </p:sp>
      <p:sp>
        <p:nvSpPr>
          <p:cNvPr id="246" name="Google Shape;246;p13"/>
          <p:cNvSpPr/>
          <p:nvPr/>
        </p:nvSpPr>
        <p:spPr>
          <a:xfrm>
            <a:off x="10494652" y="2997472"/>
            <a:ext cx="3727490" cy="362903"/>
          </a:xfrm>
          <a:prstGeom prst="rect">
            <a:avLst/>
          </a:prstGeom>
          <a:noFill/>
          <a:ln>
            <a:noFill/>
          </a:ln>
        </p:spPr>
        <p:txBody>
          <a:bodyPr spcFirstLastPara="1" wrap="square" lIns="0" tIns="0" rIns="0" bIns="0" anchor="t" anchorCtr="0">
            <a:noAutofit/>
          </a:bodyPr>
          <a:lstStyle/>
          <a:p>
            <a:pPr marL="342900" marR="0" lvl="0" indent="-342900" algn="l" rtl="0">
              <a:lnSpc>
                <a:spcPct val="162857"/>
              </a:lnSpc>
              <a:spcBef>
                <a:spcPts val="0"/>
              </a:spcBef>
              <a:spcAft>
                <a:spcPts val="0"/>
              </a:spcAft>
              <a:buClr>
                <a:srgbClr val="333F70"/>
              </a:buClr>
              <a:buSzPts val="1750"/>
              <a:buFont typeface="Open Sans"/>
              <a:buChar char="•"/>
            </a:pPr>
            <a:r>
              <a:rPr lang="en-US" sz="1750">
                <a:solidFill>
                  <a:srgbClr val="333F70"/>
                </a:solidFill>
                <a:latin typeface="Open Sans"/>
                <a:ea typeface="Open Sans"/>
                <a:cs typeface="Open Sans"/>
                <a:sym typeface="Open Sans"/>
              </a:rPr>
              <a:t>Write out full words.</a:t>
            </a:r>
            <a:endParaRPr sz="1750">
              <a:solidFill>
                <a:schemeClr val="dk1"/>
              </a:solidFill>
              <a:latin typeface="Calibri"/>
              <a:ea typeface="Calibri"/>
              <a:cs typeface="Calibri"/>
              <a:sym typeface="Calibri"/>
            </a:endParaRPr>
          </a:p>
        </p:txBody>
      </p:sp>
      <p:sp>
        <p:nvSpPr>
          <p:cNvPr id="247" name="Google Shape;247;p13"/>
          <p:cNvSpPr/>
          <p:nvPr/>
        </p:nvSpPr>
        <p:spPr>
          <a:xfrm>
            <a:off x="10494652" y="3439671"/>
            <a:ext cx="3727490" cy="362903"/>
          </a:xfrm>
          <a:prstGeom prst="rect">
            <a:avLst/>
          </a:prstGeom>
          <a:noFill/>
          <a:ln>
            <a:noFill/>
          </a:ln>
        </p:spPr>
        <p:txBody>
          <a:bodyPr spcFirstLastPara="1" wrap="square" lIns="0" tIns="0" rIns="0" bIns="0" anchor="t" anchorCtr="0">
            <a:noAutofit/>
          </a:bodyPr>
          <a:lstStyle/>
          <a:p>
            <a:pPr marL="342900" marR="0" lvl="0" indent="-342900" algn="l" rtl="0">
              <a:lnSpc>
                <a:spcPct val="162857"/>
              </a:lnSpc>
              <a:spcBef>
                <a:spcPts val="0"/>
              </a:spcBef>
              <a:spcAft>
                <a:spcPts val="0"/>
              </a:spcAft>
              <a:buClr>
                <a:srgbClr val="333F70"/>
              </a:buClr>
              <a:buSzPts val="1750"/>
              <a:buFont typeface="Open Sans"/>
              <a:buChar char="•"/>
            </a:pPr>
            <a:r>
              <a:rPr lang="en-US" sz="1750">
                <a:solidFill>
                  <a:srgbClr val="333F70"/>
                </a:solidFill>
                <a:latin typeface="Open Sans"/>
                <a:ea typeface="Open Sans"/>
                <a:cs typeface="Open Sans"/>
                <a:sym typeface="Open Sans"/>
              </a:rPr>
              <a:t>Avoid contractions (can't, don't)</a:t>
            </a:r>
            <a:endParaRPr sz="1750">
              <a:solidFill>
                <a:schemeClr val="dk1"/>
              </a:solidFill>
              <a:latin typeface="Calibri"/>
              <a:ea typeface="Calibri"/>
              <a:cs typeface="Calibri"/>
              <a:sym typeface="Calibri"/>
            </a:endParaRPr>
          </a:p>
        </p:txBody>
      </p:sp>
      <p:sp>
        <p:nvSpPr>
          <p:cNvPr id="248" name="Google Shape;248;p13"/>
          <p:cNvSpPr/>
          <p:nvPr/>
        </p:nvSpPr>
        <p:spPr>
          <a:xfrm>
            <a:off x="5555955" y="2226726"/>
            <a:ext cx="2835235" cy="354330"/>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333F70"/>
              </a:buClr>
              <a:buSzPts val="2200"/>
              <a:buFont typeface="Unbounded"/>
              <a:buNone/>
            </a:pPr>
            <a:r>
              <a:rPr lang="en-US" sz="2200" b="1">
                <a:solidFill>
                  <a:srgbClr val="333F70"/>
                </a:solidFill>
                <a:latin typeface="Unbounded"/>
                <a:ea typeface="Unbounded"/>
                <a:cs typeface="Unbounded"/>
                <a:sym typeface="Unbounded"/>
              </a:rPr>
              <a:t>Avoid Slang</a:t>
            </a:r>
            <a:endParaRPr sz="2200">
              <a:solidFill>
                <a:schemeClr val="dk1"/>
              </a:solidFill>
              <a:latin typeface="Calibri"/>
              <a:ea typeface="Calibri"/>
              <a:cs typeface="Calibri"/>
              <a:sym typeface="Calibri"/>
            </a:endParaRPr>
          </a:p>
        </p:txBody>
      </p:sp>
      <p:sp>
        <p:nvSpPr>
          <p:cNvPr id="249" name="Google Shape;249;p13"/>
          <p:cNvSpPr/>
          <p:nvPr/>
        </p:nvSpPr>
        <p:spPr>
          <a:xfrm>
            <a:off x="5555955" y="2717144"/>
            <a:ext cx="3727490" cy="362903"/>
          </a:xfrm>
          <a:prstGeom prst="rect">
            <a:avLst/>
          </a:prstGeom>
          <a:noFill/>
          <a:ln>
            <a:noFill/>
          </a:ln>
        </p:spPr>
        <p:txBody>
          <a:bodyPr spcFirstLastPara="1" wrap="square" lIns="0" tIns="0" rIns="0" bIns="0" anchor="t" anchorCtr="0">
            <a:noAutofit/>
          </a:bodyPr>
          <a:lstStyle/>
          <a:p>
            <a:pPr marL="342900" marR="0" lvl="0" indent="-342900" algn="l" rtl="0">
              <a:lnSpc>
                <a:spcPct val="162857"/>
              </a:lnSpc>
              <a:spcBef>
                <a:spcPts val="0"/>
              </a:spcBef>
              <a:spcAft>
                <a:spcPts val="0"/>
              </a:spcAft>
              <a:buClr>
                <a:srgbClr val="333F70"/>
              </a:buClr>
              <a:buSzPts val="1750"/>
              <a:buFont typeface="Open Sans"/>
              <a:buChar char="•"/>
            </a:pPr>
            <a:r>
              <a:rPr lang="en-US" sz="1750">
                <a:solidFill>
                  <a:srgbClr val="333F70"/>
                </a:solidFill>
                <a:latin typeface="Open Sans"/>
                <a:ea typeface="Open Sans"/>
                <a:cs typeface="Open Sans"/>
                <a:sym typeface="Open Sans"/>
              </a:rPr>
              <a:t>Use standard English.</a:t>
            </a:r>
            <a:endParaRPr sz="1750">
              <a:solidFill>
                <a:schemeClr val="dk1"/>
              </a:solidFill>
              <a:latin typeface="Calibri"/>
              <a:ea typeface="Calibri"/>
              <a:cs typeface="Calibri"/>
              <a:sym typeface="Calibri"/>
            </a:endParaRPr>
          </a:p>
        </p:txBody>
      </p:sp>
      <p:sp>
        <p:nvSpPr>
          <p:cNvPr id="250" name="Google Shape;250;p13"/>
          <p:cNvSpPr/>
          <p:nvPr/>
        </p:nvSpPr>
        <p:spPr>
          <a:xfrm>
            <a:off x="5555955" y="3159343"/>
            <a:ext cx="3727490" cy="1088708"/>
          </a:xfrm>
          <a:prstGeom prst="rect">
            <a:avLst/>
          </a:prstGeom>
          <a:noFill/>
          <a:ln>
            <a:noFill/>
          </a:ln>
        </p:spPr>
        <p:txBody>
          <a:bodyPr spcFirstLastPara="1" wrap="square" lIns="0" tIns="0" rIns="0" bIns="0" anchor="t" anchorCtr="0">
            <a:noAutofit/>
          </a:bodyPr>
          <a:lstStyle/>
          <a:p>
            <a:pPr marL="342900" marR="0" lvl="0" indent="-342900" algn="l" rtl="0">
              <a:lnSpc>
                <a:spcPct val="162857"/>
              </a:lnSpc>
              <a:spcBef>
                <a:spcPts val="0"/>
              </a:spcBef>
              <a:spcAft>
                <a:spcPts val="0"/>
              </a:spcAft>
              <a:buClr>
                <a:srgbClr val="333F70"/>
              </a:buClr>
              <a:buSzPts val="1750"/>
              <a:buFont typeface="Open Sans"/>
              <a:buChar char="•"/>
            </a:pPr>
            <a:r>
              <a:rPr lang="en-US" sz="1750">
                <a:solidFill>
                  <a:srgbClr val="333F70"/>
                </a:solidFill>
                <a:latin typeface="Open Sans"/>
                <a:ea typeface="Open Sans"/>
                <a:cs typeface="Open Sans"/>
                <a:sym typeface="Open Sans"/>
              </a:rPr>
              <a:t>colloquialisms (slang words or phrases) to maintain a professional tone.</a:t>
            </a:r>
            <a:endParaRPr sz="1750">
              <a:solidFill>
                <a:schemeClr val="dk1"/>
              </a:solidFill>
              <a:latin typeface="Calibri"/>
              <a:ea typeface="Calibri"/>
              <a:cs typeface="Calibri"/>
              <a:sym typeface="Calibri"/>
            </a:endParaRPr>
          </a:p>
        </p:txBody>
      </p:sp>
      <p:pic>
        <p:nvPicPr>
          <p:cNvPr id="251" name="Google Shape;251;p13"/>
          <p:cNvPicPr preferRelativeResize="0"/>
          <p:nvPr/>
        </p:nvPicPr>
        <p:blipFill rotWithShape="1">
          <a:blip r:embed="rId3">
            <a:alphaModFix/>
          </a:blip>
          <a:srcRect/>
          <a:stretch/>
        </p:blipFill>
        <p:spPr>
          <a:xfrm>
            <a:off x="1848447" y="4631487"/>
            <a:ext cx="5325218" cy="3372321"/>
          </a:xfrm>
          <a:prstGeom prst="rect">
            <a:avLst/>
          </a:prstGeom>
          <a:noFill/>
          <a:ln>
            <a:noFill/>
          </a:ln>
        </p:spPr>
      </p:pic>
      <p:pic>
        <p:nvPicPr>
          <p:cNvPr id="252" name="Google Shape;252;p13"/>
          <p:cNvPicPr preferRelativeResize="0"/>
          <p:nvPr/>
        </p:nvPicPr>
        <p:blipFill rotWithShape="1">
          <a:blip r:embed="rId4">
            <a:alphaModFix/>
          </a:blip>
          <a:srcRect/>
          <a:stretch/>
        </p:blipFill>
        <p:spPr>
          <a:xfrm>
            <a:off x="8479324" y="4732459"/>
            <a:ext cx="3242623" cy="3389348"/>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56"/>
        <p:cNvGrpSpPr/>
        <p:nvPr/>
      </p:nvGrpSpPr>
      <p:grpSpPr>
        <a:xfrm>
          <a:off x="0" y="0"/>
          <a:ext cx="0" cy="0"/>
          <a:chOff x="0" y="0"/>
          <a:chExt cx="0" cy="0"/>
        </a:xfrm>
      </p:grpSpPr>
      <p:sp>
        <p:nvSpPr>
          <p:cNvPr id="257" name="Google Shape;257;p14"/>
          <p:cNvSpPr txBox="1"/>
          <p:nvPr/>
        </p:nvSpPr>
        <p:spPr>
          <a:xfrm>
            <a:off x="1356189" y="1840363"/>
            <a:ext cx="11919136" cy="2799549"/>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000">
                <a:solidFill>
                  <a:schemeClr val="dk1"/>
                </a:solidFill>
                <a:latin typeface="Tahoma"/>
                <a:ea typeface="Tahoma"/>
                <a:cs typeface="Tahoma"/>
                <a:sym typeface="Tahoma"/>
              </a:rPr>
              <a:t>5G technology is revolutionizing the way we connect to the internet, and it's bringing fast speeds that allow data to be transferred more quickly than ever. It’s not only improving our mobile networks, but it’s also allowing for devices to connect better. These faster speeds makes it easier for people to stream, download, and communicate in real-time. With 5G, cities and businesses is now able to build smarter systems that can handle more traffic without slowing down. It’s rollout happened faster than experts anticipated, and we expect 5G technology to change the way our industries operates.</a:t>
            </a:r>
            <a:endParaRPr/>
          </a:p>
        </p:txBody>
      </p:sp>
      <p:sp>
        <p:nvSpPr>
          <p:cNvPr id="258" name="Google Shape;258;p14"/>
          <p:cNvSpPr txBox="1"/>
          <p:nvPr/>
        </p:nvSpPr>
        <p:spPr>
          <a:xfrm>
            <a:off x="473725" y="1133508"/>
            <a:ext cx="9254170"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Spot the mistakes in the following paragraph and fix them.</a:t>
            </a:r>
            <a:endParaRPr/>
          </a:p>
        </p:txBody>
      </p:sp>
      <p:sp>
        <p:nvSpPr>
          <p:cNvPr id="259" name="Google Shape;259;p14"/>
          <p:cNvSpPr/>
          <p:nvPr/>
        </p:nvSpPr>
        <p:spPr>
          <a:xfrm>
            <a:off x="473725" y="424729"/>
            <a:ext cx="8694658" cy="708779"/>
          </a:xfrm>
          <a:prstGeom prst="rect">
            <a:avLst/>
          </a:prstGeom>
          <a:noFill/>
          <a:ln>
            <a:noFill/>
          </a:ln>
        </p:spPr>
        <p:txBody>
          <a:bodyPr spcFirstLastPara="1" wrap="square" lIns="0" tIns="0" rIns="0" bIns="0" anchor="t" anchorCtr="0">
            <a:noAutofit/>
          </a:bodyPr>
          <a:lstStyle/>
          <a:p>
            <a:pPr marL="0" marR="0" lvl="0" indent="0" algn="l" rtl="0">
              <a:lnSpc>
                <a:spcPct val="124719"/>
              </a:lnSpc>
              <a:spcBef>
                <a:spcPts val="0"/>
              </a:spcBef>
              <a:spcAft>
                <a:spcPts val="0"/>
              </a:spcAft>
              <a:buClr>
                <a:srgbClr val="333F70"/>
              </a:buClr>
              <a:buSzPts val="4450"/>
              <a:buFont typeface="Unbounded"/>
              <a:buNone/>
            </a:pPr>
            <a:r>
              <a:rPr lang="en-US" sz="4450" b="1">
                <a:solidFill>
                  <a:srgbClr val="333F70"/>
                </a:solidFill>
                <a:latin typeface="Unbounded"/>
                <a:ea typeface="Unbounded"/>
                <a:cs typeface="Unbounded"/>
                <a:sym typeface="Unbounded"/>
              </a:rPr>
              <a:t>Practice:</a:t>
            </a:r>
            <a:endParaRPr sz="4450">
              <a:solidFill>
                <a:schemeClr val="dk1"/>
              </a:solidFill>
              <a:latin typeface="Calibri"/>
              <a:ea typeface="Calibri"/>
              <a:cs typeface="Calibri"/>
              <a:sym typeface="Calibri"/>
            </a:endParaRPr>
          </a:p>
        </p:txBody>
      </p:sp>
      <p:sp>
        <p:nvSpPr>
          <p:cNvPr id="260" name="Google Shape;260;p14"/>
          <p:cNvSpPr txBox="1"/>
          <p:nvPr/>
        </p:nvSpPr>
        <p:spPr>
          <a:xfrm>
            <a:off x="1355632" y="4885102"/>
            <a:ext cx="11919000" cy="2709000"/>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2000" dirty="0">
                <a:solidFill>
                  <a:schemeClr val="dk1"/>
                </a:solidFill>
                <a:latin typeface="Tahoma"/>
                <a:ea typeface="Tahoma"/>
                <a:cs typeface="Tahoma"/>
                <a:sym typeface="Tahoma"/>
              </a:rPr>
              <a:t>5G technology is revolutionizing the way </a:t>
            </a:r>
            <a:r>
              <a:rPr lang="en-US" sz="2000" b="1" dirty="0">
                <a:solidFill>
                  <a:srgbClr val="FF0000"/>
                </a:solidFill>
                <a:latin typeface="Tahoma"/>
                <a:ea typeface="Tahoma"/>
                <a:cs typeface="Tahoma"/>
                <a:sym typeface="Tahoma"/>
              </a:rPr>
              <a:t>people</a:t>
            </a:r>
            <a:r>
              <a:rPr lang="en-US" sz="2000" dirty="0">
                <a:solidFill>
                  <a:schemeClr val="dk1"/>
                </a:solidFill>
                <a:latin typeface="Tahoma"/>
                <a:ea typeface="Tahoma"/>
                <a:cs typeface="Tahoma"/>
                <a:sym typeface="Tahoma"/>
              </a:rPr>
              <a:t> connect to the internet, and </a:t>
            </a:r>
            <a:r>
              <a:rPr lang="en-US" sz="2000" b="1" dirty="0">
                <a:solidFill>
                  <a:srgbClr val="FF0000"/>
                </a:solidFill>
                <a:latin typeface="Tahoma"/>
                <a:ea typeface="Tahoma"/>
                <a:cs typeface="Tahoma"/>
                <a:sym typeface="Tahoma"/>
              </a:rPr>
              <a:t>it is </a:t>
            </a:r>
            <a:r>
              <a:rPr lang="en-US" sz="2000" dirty="0">
                <a:solidFill>
                  <a:schemeClr val="dk1"/>
                </a:solidFill>
                <a:latin typeface="Tahoma"/>
                <a:ea typeface="Tahoma"/>
                <a:cs typeface="Tahoma"/>
                <a:sym typeface="Tahoma"/>
              </a:rPr>
              <a:t>bringing fast speeds that allow data </a:t>
            </a:r>
            <a:r>
              <a:rPr lang="en-US" sz="2000" b="1" dirty="0">
                <a:solidFill>
                  <a:srgbClr val="FF0000"/>
                </a:solidFill>
                <a:latin typeface="Tahoma"/>
                <a:ea typeface="Tahoma"/>
                <a:cs typeface="Tahoma"/>
                <a:sym typeface="Tahoma"/>
              </a:rPr>
              <a:t>to transfer </a:t>
            </a:r>
            <a:r>
              <a:rPr lang="en-US" sz="2000" dirty="0">
                <a:solidFill>
                  <a:schemeClr val="dk1"/>
                </a:solidFill>
                <a:latin typeface="Tahoma"/>
                <a:ea typeface="Tahoma"/>
                <a:cs typeface="Tahoma"/>
                <a:sym typeface="Tahoma"/>
              </a:rPr>
              <a:t>more quickly than ever. </a:t>
            </a:r>
            <a:r>
              <a:rPr lang="en-US" sz="2000" b="1" dirty="0">
                <a:solidFill>
                  <a:srgbClr val="FF0000"/>
                </a:solidFill>
                <a:latin typeface="Tahoma"/>
                <a:ea typeface="Tahoma"/>
                <a:cs typeface="Tahoma"/>
                <a:sym typeface="Tahoma"/>
              </a:rPr>
              <a:t>It is </a:t>
            </a:r>
            <a:r>
              <a:rPr lang="en-US" sz="2000" dirty="0">
                <a:solidFill>
                  <a:schemeClr val="dk1"/>
                </a:solidFill>
                <a:latin typeface="Tahoma"/>
                <a:ea typeface="Tahoma"/>
                <a:cs typeface="Tahoma"/>
                <a:sym typeface="Tahoma"/>
              </a:rPr>
              <a:t>not only improving </a:t>
            </a:r>
            <a:r>
              <a:rPr lang="en-US" sz="2000" b="1" dirty="0">
                <a:solidFill>
                  <a:srgbClr val="FF0000"/>
                </a:solidFill>
                <a:latin typeface="Tahoma"/>
                <a:ea typeface="Tahoma"/>
                <a:cs typeface="Tahoma"/>
                <a:sym typeface="Tahoma"/>
              </a:rPr>
              <a:t>people’s</a:t>
            </a:r>
            <a:r>
              <a:rPr lang="en-US" sz="2000" dirty="0">
                <a:solidFill>
                  <a:schemeClr val="dk1"/>
                </a:solidFill>
                <a:latin typeface="Tahoma"/>
                <a:ea typeface="Tahoma"/>
                <a:cs typeface="Tahoma"/>
                <a:sym typeface="Tahoma"/>
              </a:rPr>
              <a:t> mobile networks, but </a:t>
            </a:r>
            <a:r>
              <a:rPr lang="en-US" sz="2000" b="1" dirty="0">
                <a:solidFill>
                  <a:srgbClr val="FF0000"/>
                </a:solidFill>
                <a:latin typeface="Tahoma"/>
                <a:ea typeface="Tahoma"/>
                <a:cs typeface="Tahoma"/>
                <a:sym typeface="Tahoma"/>
              </a:rPr>
              <a:t>it is </a:t>
            </a:r>
            <a:r>
              <a:rPr lang="en-US" sz="2000" dirty="0">
                <a:solidFill>
                  <a:schemeClr val="dk1"/>
                </a:solidFill>
                <a:latin typeface="Tahoma"/>
                <a:ea typeface="Tahoma"/>
                <a:cs typeface="Tahoma"/>
                <a:sym typeface="Tahoma"/>
              </a:rPr>
              <a:t>also allowing devices to connect better. These faster speeds </a:t>
            </a:r>
            <a:r>
              <a:rPr lang="en-US" sz="2000" b="1" dirty="0">
                <a:solidFill>
                  <a:srgbClr val="FF0000"/>
                </a:solidFill>
                <a:latin typeface="Tahoma"/>
                <a:ea typeface="Tahoma"/>
                <a:cs typeface="Tahoma"/>
                <a:sym typeface="Tahoma"/>
              </a:rPr>
              <a:t>make</a:t>
            </a:r>
            <a:r>
              <a:rPr lang="en-US" sz="2000" dirty="0">
                <a:solidFill>
                  <a:schemeClr val="dk1"/>
                </a:solidFill>
                <a:latin typeface="Tahoma"/>
                <a:ea typeface="Tahoma"/>
                <a:cs typeface="Tahoma"/>
                <a:sym typeface="Tahoma"/>
              </a:rPr>
              <a:t> it easier for people to stream, download, and communicate in real time. With 5G, cities and businesses </a:t>
            </a:r>
            <a:r>
              <a:rPr lang="en-US" sz="2000" b="1" dirty="0">
                <a:solidFill>
                  <a:srgbClr val="FF0000"/>
                </a:solidFill>
                <a:latin typeface="Tahoma"/>
                <a:ea typeface="Tahoma"/>
                <a:cs typeface="Tahoma"/>
                <a:sym typeface="Tahoma"/>
              </a:rPr>
              <a:t>are</a:t>
            </a:r>
            <a:r>
              <a:rPr lang="en-US" sz="2000" dirty="0">
                <a:solidFill>
                  <a:schemeClr val="dk1"/>
                </a:solidFill>
                <a:latin typeface="Tahoma"/>
                <a:ea typeface="Tahoma"/>
                <a:cs typeface="Tahoma"/>
                <a:sym typeface="Tahoma"/>
              </a:rPr>
              <a:t> now able to build smarter systems that can handle more traffic without slowing down. </a:t>
            </a:r>
            <a:r>
              <a:rPr lang="en-US" sz="2000" b="1" dirty="0">
                <a:solidFill>
                  <a:srgbClr val="FF0000"/>
                </a:solidFill>
                <a:latin typeface="Tahoma"/>
                <a:ea typeface="Tahoma"/>
                <a:cs typeface="Tahoma"/>
                <a:sym typeface="Tahoma"/>
              </a:rPr>
              <a:t>Its</a:t>
            </a:r>
            <a:r>
              <a:rPr lang="en-US" sz="2000" dirty="0">
                <a:solidFill>
                  <a:schemeClr val="dk1"/>
                </a:solidFill>
                <a:latin typeface="Tahoma"/>
                <a:ea typeface="Tahoma"/>
                <a:cs typeface="Tahoma"/>
                <a:sym typeface="Tahoma"/>
              </a:rPr>
              <a:t> rollout happened faster than experts anticipated, and </a:t>
            </a:r>
            <a:r>
              <a:rPr lang="en-US" sz="2000" b="1" dirty="0">
                <a:solidFill>
                  <a:srgbClr val="FF0000"/>
                </a:solidFill>
                <a:latin typeface="Tahoma"/>
                <a:ea typeface="Tahoma"/>
                <a:cs typeface="Tahoma"/>
                <a:sym typeface="Tahoma"/>
              </a:rPr>
              <a:t>people</a:t>
            </a:r>
            <a:r>
              <a:rPr lang="en-US" sz="2000" dirty="0">
                <a:solidFill>
                  <a:schemeClr val="dk1"/>
                </a:solidFill>
                <a:latin typeface="Tahoma"/>
                <a:ea typeface="Tahoma"/>
                <a:cs typeface="Tahoma"/>
                <a:sym typeface="Tahoma"/>
              </a:rPr>
              <a:t> expect 5G technology to change the way industries operate.</a:t>
            </a:r>
            <a:endParaRPr dirty="0"/>
          </a:p>
        </p:txBody>
      </p:sp>
      <p:cxnSp>
        <p:nvCxnSpPr>
          <p:cNvPr id="261" name="Google Shape;261;p14"/>
          <p:cNvCxnSpPr/>
          <p:nvPr/>
        </p:nvCxnSpPr>
        <p:spPr>
          <a:xfrm>
            <a:off x="6082301" y="2291137"/>
            <a:ext cx="544530" cy="0"/>
          </a:xfrm>
          <a:prstGeom prst="straightConnector1">
            <a:avLst/>
          </a:prstGeom>
          <a:noFill/>
          <a:ln w="57150" cap="flat" cmpd="sng">
            <a:solidFill>
              <a:schemeClr val="accent2"/>
            </a:solidFill>
            <a:prstDash val="solid"/>
            <a:miter lim="800000"/>
            <a:headEnd type="none" w="sm" len="sm"/>
            <a:tailEnd type="none" w="sm" len="sm"/>
          </a:ln>
        </p:spPr>
      </p:cxnSp>
      <p:cxnSp>
        <p:nvCxnSpPr>
          <p:cNvPr id="262" name="Google Shape;262;p14"/>
          <p:cNvCxnSpPr/>
          <p:nvPr/>
        </p:nvCxnSpPr>
        <p:spPr>
          <a:xfrm>
            <a:off x="9820382" y="2299699"/>
            <a:ext cx="544530" cy="0"/>
          </a:xfrm>
          <a:prstGeom prst="straightConnector1">
            <a:avLst/>
          </a:prstGeom>
          <a:noFill/>
          <a:ln w="57150" cap="flat" cmpd="sng">
            <a:solidFill>
              <a:schemeClr val="accent2"/>
            </a:solidFill>
            <a:prstDash val="solid"/>
            <a:miter lim="800000"/>
            <a:headEnd type="none" w="sm" len="sm"/>
            <a:tailEnd type="none" w="sm" len="sm"/>
          </a:ln>
        </p:spPr>
      </p:cxnSp>
      <p:cxnSp>
        <p:nvCxnSpPr>
          <p:cNvPr id="263" name="Google Shape;263;p14"/>
          <p:cNvCxnSpPr/>
          <p:nvPr/>
        </p:nvCxnSpPr>
        <p:spPr>
          <a:xfrm>
            <a:off x="2678130" y="2801420"/>
            <a:ext cx="1924692" cy="0"/>
          </a:xfrm>
          <a:prstGeom prst="straightConnector1">
            <a:avLst/>
          </a:prstGeom>
          <a:noFill/>
          <a:ln w="57150" cap="flat" cmpd="sng">
            <a:solidFill>
              <a:schemeClr val="accent2"/>
            </a:solidFill>
            <a:prstDash val="solid"/>
            <a:miter lim="800000"/>
            <a:headEnd type="none" w="sm" len="sm"/>
            <a:tailEnd type="none" w="sm" len="sm"/>
          </a:ln>
        </p:spPr>
      </p:cxnSp>
      <p:cxnSp>
        <p:nvCxnSpPr>
          <p:cNvPr id="264" name="Google Shape;264;p14"/>
          <p:cNvCxnSpPr/>
          <p:nvPr/>
        </p:nvCxnSpPr>
        <p:spPr>
          <a:xfrm>
            <a:off x="7295061" y="2806557"/>
            <a:ext cx="893442" cy="0"/>
          </a:xfrm>
          <a:prstGeom prst="straightConnector1">
            <a:avLst/>
          </a:prstGeom>
          <a:noFill/>
          <a:ln w="57150" cap="flat" cmpd="sng">
            <a:solidFill>
              <a:schemeClr val="accent2"/>
            </a:solidFill>
            <a:prstDash val="solid"/>
            <a:miter lim="800000"/>
            <a:headEnd type="none" w="sm" len="sm"/>
            <a:tailEnd type="none" w="sm" len="sm"/>
          </a:ln>
        </p:spPr>
      </p:cxnSp>
      <p:cxnSp>
        <p:nvCxnSpPr>
          <p:cNvPr id="265" name="Google Shape;265;p14"/>
          <p:cNvCxnSpPr/>
          <p:nvPr/>
        </p:nvCxnSpPr>
        <p:spPr>
          <a:xfrm>
            <a:off x="9918191" y="2801420"/>
            <a:ext cx="446721" cy="0"/>
          </a:xfrm>
          <a:prstGeom prst="straightConnector1">
            <a:avLst/>
          </a:prstGeom>
          <a:noFill/>
          <a:ln w="57150" cap="flat" cmpd="sng">
            <a:solidFill>
              <a:schemeClr val="accent2"/>
            </a:solidFill>
            <a:prstDash val="solid"/>
            <a:miter lim="800000"/>
            <a:headEnd type="none" w="sm" len="sm"/>
            <a:tailEnd type="none" w="sm" len="sm"/>
          </a:ln>
        </p:spPr>
      </p:cxnSp>
      <p:cxnSp>
        <p:nvCxnSpPr>
          <p:cNvPr id="266" name="Google Shape;266;p14"/>
          <p:cNvCxnSpPr/>
          <p:nvPr/>
        </p:nvCxnSpPr>
        <p:spPr>
          <a:xfrm>
            <a:off x="12828046" y="2801420"/>
            <a:ext cx="446721" cy="0"/>
          </a:xfrm>
          <a:prstGeom prst="straightConnector1">
            <a:avLst/>
          </a:prstGeom>
          <a:noFill/>
          <a:ln w="57150" cap="flat" cmpd="sng">
            <a:solidFill>
              <a:schemeClr val="accent2"/>
            </a:solidFill>
            <a:prstDash val="solid"/>
            <a:miter lim="800000"/>
            <a:headEnd type="none" w="sm" len="sm"/>
            <a:tailEnd type="none" w="sm" len="sm"/>
          </a:ln>
        </p:spPr>
      </p:cxnSp>
      <p:cxnSp>
        <p:nvCxnSpPr>
          <p:cNvPr id="267" name="Google Shape;267;p14"/>
          <p:cNvCxnSpPr/>
          <p:nvPr/>
        </p:nvCxnSpPr>
        <p:spPr>
          <a:xfrm>
            <a:off x="8858241" y="3241496"/>
            <a:ext cx="869654" cy="0"/>
          </a:xfrm>
          <a:prstGeom prst="straightConnector1">
            <a:avLst/>
          </a:prstGeom>
          <a:noFill/>
          <a:ln w="57150" cap="flat" cmpd="sng">
            <a:solidFill>
              <a:schemeClr val="accent2"/>
            </a:solidFill>
            <a:prstDash val="solid"/>
            <a:miter lim="800000"/>
            <a:headEnd type="none" w="sm" len="sm"/>
            <a:tailEnd type="none" w="sm" len="sm"/>
          </a:ln>
        </p:spPr>
      </p:cxnSp>
      <p:cxnSp>
        <p:nvCxnSpPr>
          <p:cNvPr id="268" name="Google Shape;268;p14"/>
          <p:cNvCxnSpPr/>
          <p:nvPr/>
        </p:nvCxnSpPr>
        <p:spPr>
          <a:xfrm>
            <a:off x="9820382" y="3712395"/>
            <a:ext cx="340760" cy="0"/>
          </a:xfrm>
          <a:prstGeom prst="straightConnector1">
            <a:avLst/>
          </a:prstGeom>
          <a:noFill/>
          <a:ln w="57150" cap="flat" cmpd="sng">
            <a:solidFill>
              <a:schemeClr val="accent2"/>
            </a:solidFill>
            <a:prstDash val="solid"/>
            <a:miter lim="800000"/>
            <a:headEnd type="none" w="sm" len="sm"/>
            <a:tailEnd type="none" w="sm" len="sm"/>
          </a:ln>
        </p:spPr>
      </p:cxnSp>
      <p:cxnSp>
        <p:nvCxnSpPr>
          <p:cNvPr id="269" name="Google Shape;269;p14"/>
          <p:cNvCxnSpPr/>
          <p:nvPr/>
        </p:nvCxnSpPr>
        <p:spPr>
          <a:xfrm>
            <a:off x="8517481" y="4147334"/>
            <a:ext cx="340760" cy="0"/>
          </a:xfrm>
          <a:prstGeom prst="straightConnector1">
            <a:avLst/>
          </a:prstGeom>
          <a:noFill/>
          <a:ln w="57150" cap="flat" cmpd="sng">
            <a:solidFill>
              <a:schemeClr val="accent2"/>
            </a:solidFill>
            <a:prstDash val="solid"/>
            <a:miter lim="800000"/>
            <a:headEnd type="none" w="sm" len="sm"/>
            <a:tailEnd type="none" w="sm" len="sm"/>
          </a:ln>
        </p:spPr>
      </p:cxnSp>
      <p:cxnSp>
        <p:nvCxnSpPr>
          <p:cNvPr id="270" name="Google Shape;270;p14"/>
          <p:cNvCxnSpPr/>
          <p:nvPr/>
        </p:nvCxnSpPr>
        <p:spPr>
          <a:xfrm>
            <a:off x="3304853" y="4619364"/>
            <a:ext cx="340760" cy="0"/>
          </a:xfrm>
          <a:prstGeom prst="straightConnector1">
            <a:avLst/>
          </a:prstGeom>
          <a:noFill/>
          <a:ln w="57150" cap="flat" cmpd="sng">
            <a:solidFill>
              <a:schemeClr val="accent2"/>
            </a:solidFill>
            <a:prstDash val="solid"/>
            <a:miter lim="800000"/>
            <a:headEnd type="none" w="sm" len="sm"/>
            <a:tailEnd type="none" w="sm" len="sm"/>
          </a:ln>
        </p:spPr>
      </p:cxnSp>
      <p:cxnSp>
        <p:nvCxnSpPr>
          <p:cNvPr id="271" name="Google Shape;271;p14"/>
          <p:cNvCxnSpPr/>
          <p:nvPr/>
        </p:nvCxnSpPr>
        <p:spPr>
          <a:xfrm>
            <a:off x="8390971" y="4641624"/>
            <a:ext cx="340760" cy="0"/>
          </a:xfrm>
          <a:prstGeom prst="straightConnector1">
            <a:avLst/>
          </a:prstGeom>
          <a:noFill/>
          <a:ln w="57150" cap="flat" cmpd="sng">
            <a:solidFill>
              <a:schemeClr val="accent2"/>
            </a:solidFill>
            <a:prstDash val="solid"/>
            <a:miter lim="800000"/>
            <a:headEnd type="none" w="sm" len="sm"/>
            <a:tailEnd type="none" w="sm" len="sm"/>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6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6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6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6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6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6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6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6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70"/>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71"/>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2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5"/>
        <p:cNvGrpSpPr/>
        <p:nvPr/>
      </p:nvGrpSpPr>
      <p:grpSpPr>
        <a:xfrm>
          <a:off x="0" y="0"/>
          <a:ext cx="0" cy="0"/>
          <a:chOff x="0" y="0"/>
          <a:chExt cx="0" cy="0"/>
        </a:xfrm>
      </p:grpSpPr>
      <p:pic>
        <p:nvPicPr>
          <p:cNvPr id="276" name="Google Shape;276;p15"/>
          <p:cNvPicPr preferRelativeResize="0"/>
          <p:nvPr/>
        </p:nvPicPr>
        <p:blipFill rotWithShape="1">
          <a:blip r:embed="rId3">
            <a:alphaModFix/>
          </a:blip>
          <a:srcRect l="40418" t="-107" r="-40" b="107"/>
          <a:stretch/>
        </p:blipFill>
        <p:spPr>
          <a:xfrm>
            <a:off x="0" y="-17711"/>
            <a:ext cx="14630400" cy="8247311"/>
          </a:xfrm>
          <a:prstGeom prst="rect">
            <a:avLst/>
          </a:prstGeom>
          <a:noFill/>
          <a:ln>
            <a:noFill/>
          </a:ln>
        </p:spPr>
      </p:pic>
      <p:pic>
        <p:nvPicPr>
          <p:cNvPr id="277" name="Google Shape;277;p15"/>
          <p:cNvPicPr preferRelativeResize="0"/>
          <p:nvPr/>
        </p:nvPicPr>
        <p:blipFill rotWithShape="1">
          <a:blip r:embed="rId4">
            <a:alphaModFix/>
          </a:blip>
          <a:srcRect t="1072"/>
          <a:stretch/>
        </p:blipFill>
        <p:spPr>
          <a:xfrm>
            <a:off x="624469" y="0"/>
            <a:ext cx="12155098" cy="8247311"/>
          </a:xfrm>
          <a:prstGeom prst="rect">
            <a:avLst/>
          </a:prstGeom>
          <a:solidFill>
            <a:srgbClr val="FAE5D1"/>
          </a:solid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TotalTime>
  <Words>1350</Words>
  <Application>Microsoft Office PowerPoint</Application>
  <PresentationFormat>Custom</PresentationFormat>
  <Paragraphs>165</Paragraphs>
  <Slides>15</Slides>
  <Notes>15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Open Sans</vt:lpstr>
      <vt:lpstr>Tahoma</vt:lpstr>
      <vt:lpstr>Calibri</vt:lpstr>
      <vt:lpstr>Arial</vt:lpstr>
      <vt:lpstr>Unbounded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PptxGenJS</dc:creator>
  <cp:lastModifiedBy>Sara Abou Shokr</cp:lastModifiedBy>
  <cp:revision>4</cp:revision>
  <dcterms:created xsi:type="dcterms:W3CDTF">2025-02-13T09:07:10Z</dcterms:created>
  <dcterms:modified xsi:type="dcterms:W3CDTF">2026-02-14T13:19:13Z</dcterms:modified>
</cp:coreProperties>
</file>